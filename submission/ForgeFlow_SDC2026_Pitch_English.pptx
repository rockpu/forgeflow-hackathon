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9d24a2baecf4ddc" /><Relationship Type="http://schemas.openxmlformats.org/officeDocument/2006/relationships/extended-properties" Target="/docProps/app.xml" Id="Rb733aee3211542be" /><Relationship Type="http://schemas.openxmlformats.org/officeDocument/2006/relationships/officeDocument" Target="/ppt/presentation.xml" Id="R60939116e82941c6" /></Relationships>
</file>

<file path=ppt/presentation.xml><?xml version="1.0" encoding="utf-8"?>
<p:presentation xmlns:p="http://schemas.openxmlformats.org/presentationml/2006/main">
  <p:sldMasterIdLst>
    <p:sldMasterId xmlns:r="http://schemas.openxmlformats.org/officeDocument/2006/relationships" id="2147483648" r:id="R6435db80d74845af"/>
  </p:sldMasterIdLst>
  <p:notesMasterIdLst>
    <p:notesMasterId xmlns:r="http://schemas.openxmlformats.org/officeDocument/2006/relationships" r:id="Rc7b691a76a68436f"/>
  </p:notesMasterIdLst>
  <p:sldIdLst>
    <p:sldId xmlns:r="http://schemas.openxmlformats.org/officeDocument/2006/relationships" id="256" r:id="Rc737456e9e4740c0"/>
    <p:sldId xmlns:r="http://schemas.openxmlformats.org/officeDocument/2006/relationships" id="257" r:id="Rbc0a5c3ede4d4bea"/>
    <p:sldId xmlns:r="http://schemas.openxmlformats.org/officeDocument/2006/relationships" id="258" r:id="R7904bb45b6e44abe"/>
    <p:sldId xmlns:r="http://schemas.openxmlformats.org/officeDocument/2006/relationships" id="259" r:id="Rcb00b9915b48495f"/>
    <p:sldId xmlns:r="http://schemas.openxmlformats.org/officeDocument/2006/relationships" id="260" r:id="R5ad7c199944544ae"/>
    <p:sldId xmlns:r="http://schemas.openxmlformats.org/officeDocument/2006/relationships" id="261" r:id="Rd3df2e3a8f7a42aa"/>
    <p:sldId xmlns:r="http://schemas.openxmlformats.org/officeDocument/2006/relationships" id="262" r:id="Rfc7737daf69d48a6"/>
    <p:sldId xmlns:r="http://schemas.openxmlformats.org/officeDocument/2006/relationships" id="263" r:id="R1dfbe501edf4467c"/>
    <p:sldId xmlns:r="http://schemas.openxmlformats.org/officeDocument/2006/relationships" id="264" r:id="R00468d9b16fb478b"/>
    <p:sldId xmlns:r="http://schemas.openxmlformats.org/officeDocument/2006/relationships" id="265" r:id="R96a2fbe8dce54ee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9e132e6b0224f86" /><Relationship Type="http://schemas.openxmlformats.org/officeDocument/2006/relationships/slideMaster" Target="/ppt/slideMasters/slideMaster1.xml" Id="R6435db80d74845af" /><Relationship Type="http://schemas.openxmlformats.org/officeDocument/2006/relationships/notesMaster" Target="/ppt/notesMasters/notesMaster1.xml" Id="Rc7b691a76a68436f" /><Relationship Type="http://schemas.openxmlformats.org/officeDocument/2006/relationships/presProps" Target="/ppt/presProps.xml" Id="Rbd80894910944b66" /><Relationship Type="http://schemas.openxmlformats.org/officeDocument/2006/relationships/tableStyles" Target="/ppt/tableStyles.xml" Id="R04e62db639694a8f" /><Relationship Type="http://schemas.openxmlformats.org/officeDocument/2006/relationships/slide" Target="/ppt/slides/slide1.xml" Id="Rc737456e9e4740c0" /><Relationship Type="http://schemas.openxmlformats.org/officeDocument/2006/relationships/slide" Target="/ppt/slides/slide2.xml" Id="Rbc0a5c3ede4d4bea" /><Relationship Type="http://schemas.openxmlformats.org/officeDocument/2006/relationships/slide" Target="/ppt/slides/slide3.xml" Id="R7904bb45b6e44abe" /><Relationship Type="http://schemas.openxmlformats.org/officeDocument/2006/relationships/slide" Target="/ppt/slides/slide4.xml" Id="Rcb00b9915b48495f" /><Relationship Type="http://schemas.openxmlformats.org/officeDocument/2006/relationships/slide" Target="/ppt/slides/slide5.xml" Id="R5ad7c199944544ae" /><Relationship Type="http://schemas.openxmlformats.org/officeDocument/2006/relationships/slide" Target="/ppt/slides/slide6.xml" Id="Rd3df2e3a8f7a42aa" /><Relationship Type="http://schemas.openxmlformats.org/officeDocument/2006/relationships/slide" Target="/ppt/slides/slide7.xml" Id="Rfc7737daf69d48a6" /><Relationship Type="http://schemas.openxmlformats.org/officeDocument/2006/relationships/slide" Target="/ppt/slides/slide8.xml" Id="R1dfbe501edf4467c" /><Relationship Type="http://schemas.openxmlformats.org/officeDocument/2006/relationships/slide" Target="/ppt/slides/slide9.xml" Id="R00468d9b16fb478b" /><Relationship Type="http://schemas.openxmlformats.org/officeDocument/2006/relationships/slide" Target="/ppt/slides/slide10.xml" Id="R96a2fbe8dce54ee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044dadac1ce49b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e602535b2e84675" /><Relationship Type="http://schemas.openxmlformats.org/officeDocument/2006/relationships/notesMaster" Target="/ppt/notesMasters/notesMaster1.xml" Id="R99e849bb92e84649" /></Relationships>
</file>

<file path=ppt/notesSlides/_rels/notesSlide2.xml.rels>&#65279;<?xml version="1.0" encoding="utf-8"?><Relationships xmlns="http://schemas.openxmlformats.org/package/2006/relationships"><Relationship Type="http://schemas.openxmlformats.org/officeDocument/2006/relationships/slide" Target="/ppt/slides/slide2.xml" Id="R5f765237b0b249d1" /><Relationship Type="http://schemas.openxmlformats.org/officeDocument/2006/relationships/notesMaster" Target="/ppt/notesMasters/notesMaster1.xml" Id="R04c0f859630a48b7" /></Relationships>
</file>

<file path=ppt/notesSlides/_rels/notesSlide3.xml.rels>&#65279;<?xml version="1.0" encoding="utf-8"?><Relationships xmlns="http://schemas.openxmlformats.org/package/2006/relationships"><Relationship Type="http://schemas.openxmlformats.org/officeDocument/2006/relationships/slide" Target="/ppt/slides/slide3.xml" Id="Rd1a9c79001414632" /><Relationship Type="http://schemas.openxmlformats.org/officeDocument/2006/relationships/notesMaster" Target="/ppt/notesMasters/notesMaster1.xml" Id="R959263159e6a41c5" /></Relationships>
</file>

<file path=ppt/notesSlides/_rels/notesSlide4.xml.rels>&#65279;<?xml version="1.0" encoding="utf-8"?><Relationships xmlns="http://schemas.openxmlformats.org/package/2006/relationships"><Relationship Type="http://schemas.openxmlformats.org/officeDocument/2006/relationships/slide" Target="/ppt/slides/slide4.xml" Id="Read52f0888034c00" /><Relationship Type="http://schemas.openxmlformats.org/officeDocument/2006/relationships/notesMaster" Target="/ppt/notesMasters/notesMaster1.xml" Id="Rdcb52dae5f5a49a1" /></Relationships>
</file>

<file path=ppt/notesSlides/_rels/notesSlide5.xml.rels>&#65279;<?xml version="1.0" encoding="utf-8"?><Relationships xmlns="http://schemas.openxmlformats.org/package/2006/relationships"><Relationship Type="http://schemas.openxmlformats.org/officeDocument/2006/relationships/slide" Target="/ppt/slides/slide5.xml" Id="R921612fe962240da" /><Relationship Type="http://schemas.openxmlformats.org/officeDocument/2006/relationships/notesMaster" Target="/ppt/notesMasters/notesMaster1.xml" Id="R3d13a6ec56a64233" /></Relationships>
</file>

<file path=ppt/notesSlides/_rels/notesSlide6.xml.rels>&#65279;<?xml version="1.0" encoding="utf-8"?><Relationships xmlns="http://schemas.openxmlformats.org/package/2006/relationships"><Relationship Type="http://schemas.openxmlformats.org/officeDocument/2006/relationships/slide" Target="/ppt/slides/slide6.xml" Id="R481fbc9f508740a5" /><Relationship Type="http://schemas.openxmlformats.org/officeDocument/2006/relationships/notesMaster" Target="/ppt/notesMasters/notesMaster1.xml" Id="R92fa4a3d9acb447a" /></Relationships>
</file>

<file path=ppt/notesSlides/_rels/notesSlide7.xml.rels>&#65279;<?xml version="1.0" encoding="utf-8"?><Relationships xmlns="http://schemas.openxmlformats.org/package/2006/relationships"><Relationship Type="http://schemas.openxmlformats.org/officeDocument/2006/relationships/slide" Target="/ppt/slides/slide7.xml" Id="R4d4607cee667402c" /><Relationship Type="http://schemas.openxmlformats.org/officeDocument/2006/relationships/notesMaster" Target="/ppt/notesMasters/notesMaster1.xml" Id="Re37ec8bc89a848bd" /></Relationships>
</file>

<file path=ppt/notesSlides/_rels/notesSlide8.xml.rels>&#65279;<?xml version="1.0" encoding="utf-8"?><Relationships xmlns="http://schemas.openxmlformats.org/package/2006/relationships"><Relationship Type="http://schemas.openxmlformats.org/officeDocument/2006/relationships/slide" Target="/ppt/slides/slide8.xml" Id="Rd98087187eb5448f" /><Relationship Type="http://schemas.openxmlformats.org/officeDocument/2006/relationships/notesMaster" Target="/ppt/notesMasters/notesMaster1.xml" Id="R9d3cd51a255a4fd9" /></Relationships>
</file>

<file path=ppt/notesSlides/_rels/notesSlide9.xml.rels>&#65279;<?xml version="1.0" encoding="utf-8"?><Relationships xmlns="http://schemas.openxmlformats.org/package/2006/relationships"><Relationship Type="http://schemas.openxmlformats.org/officeDocument/2006/relationships/slide" Target="/ppt/slides/slide9.xml" Id="R71363d62a2224e2b" /><Relationship Type="http://schemas.openxmlformats.org/officeDocument/2006/relationships/notesMaster" Target="/ppt/notesMasters/notesMaster1.xml" Id="R89f34931793d491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7e4138083d54810" /><Relationship Type="http://schemas.openxmlformats.org/officeDocument/2006/relationships/notesMaster" Target="/ppt/notesMasters/notesMaster1.xml" Id="R4b651dc6e6c8449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0:25</a:t>
            </a:r>
          </a:p>
          <a:p xmlns:a="http://schemas.openxmlformats.org/drawingml/2006/main">
            <a:r>
              <a:t/>
            </a:r>
          </a:p>
          <a:p xmlns:a="http://schemas.openxmlformats.org/drawingml/2006/main">
            <a:r>
              <a:t>Speaker notes:</a:t>
            </a:r>
          </a:p>
          <a:p xmlns:a="http://schemas.openxmlformats.org/drawingml/2006/main">
            <a:r>
              <a:t>Hello, we are Hackathon-Debug-The World, and this is ForgeFlow. We are building for mid-sized manufacturers where order updates move slowly and customers have to ask several people before they get an answer. When a product fails, teams can spend valuable time piecing together which batch, process and inspection record explains what happened. ForgeFlow gives sales, managers and factory staff a shared order record. This dashboard refreshes every 15 seconds, so we describe the status as near real time, not instant.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0:40</a:t>
            </a:r>
          </a:p>
          <a:p xmlns:a="http://schemas.openxmlformats.org/drawingml/2006/main">
            <a:r>
              <a:t/>
            </a:r>
          </a:p>
          <a:p xmlns:a="http://schemas.openxmlformats.org/drawingml/2006/main">
            <a:r>
              <a:t>Speaker notes:</a:t>
            </a:r>
          </a:p>
          <a:p xmlns:a="http://schemas.openxmlformats.org/drawingml/2006/main">
            <a:r>
              <a:t>This is the concrete problem we are addressing. In this demo record, order FO-01005 failed a quality inspection: the seal gap measured 0.8 millimeters against a sample limit of 0.3. The traceability view records the stage, operator, timestamp, measurement, reason for failure and the required rework and reinspection. The shipment is still on hold. In a real factory, if those details are scattered across forms and messages, people have to chase the evidence before they can act. This is sample data from our prototype, not a real customer incident. Traceability should help teams find and fix process issues—not simply assign blame.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0:35</a:t>
            </a:r>
          </a:p>
          <a:p xmlns:a="http://schemas.openxmlformats.org/drawingml/2006/main">
            <a:r>
              <a:t/>
            </a:r>
          </a:p>
          <a:p xmlns:a="http://schemas.openxmlformats.org/drawingml/2006/main">
            <a:r>
              <a:t>Speaker notes:</a:t>
            </a:r>
          </a:p>
          <a:p xmlns:a="http://schemas.openxmlformats.org/drawingml/2006/main">
            <a:r>
              <a:t>Our target is a mid-sized manufacturer whose factory updates are slow and whose customers must go through Sales, a manager and the production floor to get a status. ForgeFlow brings the order, production stages and quality history into one fulfillment trail. In this prototype, Sales is the customer-side entry point: a Sales account sees its own orders, while a manager can review the same order. Factory updates then appear in the shared status view. These are intended workflow benefits; any time saved must be measured in a customer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0:45</a:t>
            </a:r>
          </a:p>
          <a:p xmlns:a="http://schemas.openxmlformats.org/drawingml/2006/main">
            <a:r>
              <a:t/>
            </a:r>
          </a:p>
          <a:p xmlns:a="http://schemas.openxmlformats.org/drawingml/2006/main">
            <a:r>
              <a:t>Speaker notes:</a:t>
            </a:r>
          </a:p>
          <a:p xmlns:a="http://schemas.openxmlformats.org/drawingml/2006/main">
            <a:r>
              <a:t>Here is the customer journey. First, customer-side Sales submits the order and product requirements. A manager checks feasibility, reviews the available risk information, and records a reason when approving or rejecting the order. The factory operator checks finished goods and raw materials, schedules work, and records each major production stage and quality inspection. Logistics records labeling and dispatch. Meanwhile, the customer-side Sales account can follow the order status. The screenshot on the left is a static workflow overview; the interactive work happens in the order, inventory, production and traceability pages.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0:40</a:t>
            </a:r>
          </a:p>
          <a:p xmlns:a="http://schemas.openxmlformats.org/drawingml/2006/main">
            <a:r>
              <a:t/>
            </a:r>
          </a:p>
          <a:p xmlns:a="http://schemas.openxmlformats.org/drawingml/2006/main">
            <a:r>
              <a:t>Speaker notes:</a:t>
            </a:r>
          </a:p>
          <a:p xmlns:a="http://schemas.openxmlformats.org/drawingml/2006/main">
            <a:r>
              <a:t>After approval, the factory checks Inventory. Raw materials and finished goods are listed so the team can decide whether the order can ship from stock or needs production. The Production page shows each order’s status and completion progress. In these examples, FO-01005 is on Quality Hold and FO-01004 is waiting for materials. Dispatch dates are explicitly estimates, not promised delivery dates. Because the customer-side Sales account and the manager can see the shared status, they can understand why an order has not moved without starting another chain of calls.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0:40</a:t>
            </a:r>
          </a:p>
          <a:p xmlns:a="http://schemas.openxmlformats.org/drawingml/2006/main">
            <a:r>
              <a:t/>
            </a:r>
          </a:p>
          <a:p xmlns:a="http://schemas.openxmlformats.org/drawingml/2006/main">
            <a:r>
              <a:t>Speaker notes:</a:t>
            </a:r>
          </a:p>
          <a:p xmlns:a="http://schemas.openxmlformats.org/drawingml/2006/main">
            <a:r>
              <a:t>A customer or factory staff member scans the QR label attached to a product or batch and opens its traceability record. This screenshot shows the Traceability page after searching for FO-01005: it links the order to finished-stock and production batch identities, current status and an estimated dispatch date. The stage inspection history helps answer how far the product has progressed, whether it passed inspection and, if it failed, what must happen next. The screenshot verifies the search and batch record. In the video, demonstrate the physical QR scan and confirm that it opens the correct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0:40</a:t>
            </a:r>
          </a:p>
          <a:p xmlns:a="http://schemas.openxmlformats.org/drawingml/2006/main">
            <a:r>
              <a:t/>
            </a:r>
          </a:p>
          <a:p xmlns:a="http://schemas.openxmlformats.org/drawingml/2006/main">
            <a:r>
              <a:t>Speaker notes:</a:t>
            </a:r>
          </a:p>
          <a:p xmlns:a="http://schemas.openxmlformats.org/drawingml/2006/main">
            <a:r>
              <a:t>This sign-in screen shows the roles in the prototype. Sales submits orders, and a second Sales account sees only its own orders. The Manager reviews orders, approves them and issues official order numbers. The Factory Operator handles stock, production stages and dispatch. In our product model, Sales is the customer-side account: customers follow their own order while the manager reviews that same order. The workflow overview says order and product status is visible to all users, and the dashboard says it refreshes every 15 seconds, so we call this near-real-time visibility. The shared floor view hides commercial details, and the traceability view hides contact details and commercial terms. Demo credentials have been removed from the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0:40</a:t>
            </a:r>
          </a:p>
          <a:p xmlns:a="http://schemas.openxmlformats.org/drawingml/2006/main">
            <a:r>
              <a:t/>
            </a:r>
          </a:p>
          <a:p xmlns:a="http://schemas.openxmlformats.org/drawingml/2006/main">
            <a:r>
              <a:t>Speaker notes:</a:t>
            </a:r>
          </a:p>
          <a:p xmlns:a="http://schemas.openxmlformats.org/drawingml/2006/main">
            <a:r>
              <a:t>Control stays with the people responsible for the work. Sales submits requirements and follows its own orders; it does not approve them. Managers review the order and risk information, then choose approve or reject and provide a decision reason. The system records the decision trail. Factory operators enter inventory, stage and quality records, and dispatch details; a batch that has not been released cannot proceed to dispatch. One important boundary: the current risk card is a deterministic demo assessment using unverified sample data. It is not connected to external credit research and it never makes the decision. It gives a manager context to review, not an automated verdict.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0:35</a:t>
            </a:r>
          </a:p>
          <a:p xmlns:a="http://schemas.openxmlformats.org/drawingml/2006/main">
            <a:r>
              <a:t/>
            </a:r>
          </a:p>
          <a:p xmlns:a="http://schemas.openxmlformats.org/drawingml/2006/main">
            <a:r>
              <a:t>Speaker notes:</a:t>
            </a:r>
          </a:p>
          <a:p xmlns:a="http://schemas.openxmlformats.org/drawingml/2006/main">
            <a:r>
              <a:t>Our Orbyte work is a proposed integration path, not a completed connection. ForgeFlow’s reusable services could include order status, batch traceability, quality checks and approval audit events. Orbyte’s shared business center could connect those services through its identity and interface model. A company-specific adapter would map each organization’s fields, statuses and permissions while keeping customer and batch data separate. Before building, we need Orbyte’s interface, identity, permission and tenant-isolation requirements, followed by cross-company testing. What we propose to reuse is the service and its configuration—not one company’s customer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0:40</a:t>
            </a:r>
          </a:p>
          <a:p xmlns:a="http://schemas.openxmlformats.org/drawingml/2006/main">
            <a:r>
              <a:t/>
            </a:r>
          </a:p>
          <a:p xmlns:a="http://schemas.openxmlformats.org/drawingml/2006/main">
            <a:r>
              <a:t>Speaker notes:</a:t>
            </a:r>
          </a:p>
          <a:p xmlns:a="http://schemas.openxmlformats.org/drawingml/2006/main">
            <a:r>
              <a:t>The business value we expect is straightforward: customers and managers spend less time asking for the latest status, and teams can find the relevant batch, stage, measurement and corrective action sooner when a quality issue occurs. We will validate that with a pilot, tracking time from inquiry to update, time from issue to batch and cause identification, inspection record completeness and rework time. We are not claiming a savings percentage today. This supports SDG 9 by using digital records to strengthen more reliable industrial operations. A subscription or deployment model is something to validate with customers after the pilot demonstrates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95725da4ccb477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9421c90a01f4a5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0a3adf8e5e44dd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0972ab0d9bd47b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7f7c9f977d241a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0d8edbb2fa64f7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1DA18E9-939C-4452-B9D5-7C988F4FA3A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56478EA-82E9-4145-B0D9-55C7A4921F0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3541206-7796-4184-97D4-4EA0CC94C8F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1CCD3BC-8A47-42A3-A674-A11E33D9E70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15A98CB-E1FF-45B9-81AE-7FB509DB4A4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245F47C-913C-4F09-B740-DBF5E681E5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2848464-39D6-47CB-B2E5-CE566C6E4CC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DE49B49-3ABD-4769-B007-D36A825D738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EC3B64A-D201-4E8C-845D-C8871828165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46C48A8-36F2-43CB-931D-9B8B9EE6B05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f688a24adcc413d" /><Relationship Type="http://schemas.openxmlformats.org/officeDocument/2006/relationships/slideLayout" Target="/ppt/slideLayouts/slideLayout1.xml" Id="Rd840d3a3423847eb" /><Relationship Type="http://schemas.openxmlformats.org/officeDocument/2006/relationships/slideLayout" Target="/ppt/slideLayouts/slideLayout2.xml" Id="R324f3d1e188f4a3d" /><Relationship Type="http://schemas.openxmlformats.org/officeDocument/2006/relationships/slideLayout" Target="/ppt/slideLayouts/slideLayout3.xml" Id="R1affcfedb7ab4be7" /><Relationship Type="http://schemas.openxmlformats.org/officeDocument/2006/relationships/slideLayout" Target="/ppt/slideLayouts/slideLayout4.xml" Id="R8dba2e9cc0a24b86" /><Relationship Type="http://schemas.openxmlformats.org/officeDocument/2006/relationships/slideLayout" Target="/ppt/slideLayouts/slideLayout5.xml" Id="R1aca474254c74a57" /><Relationship Type="http://schemas.openxmlformats.org/officeDocument/2006/relationships/slideLayout" Target="/ppt/slideLayouts/slideLayout6.xml" Id="Re7df220167b94b4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840d3a3423847eb"/>
    <p:sldLayoutId xmlns:r="http://schemas.openxmlformats.org/officeDocument/2006/relationships" id="2147483650" r:id="R324f3d1e188f4a3d"/>
    <p:sldLayoutId xmlns:r="http://schemas.openxmlformats.org/officeDocument/2006/relationships" id="2147483651" r:id="R1affcfedb7ab4be7"/>
    <p:sldLayoutId xmlns:r="http://schemas.openxmlformats.org/officeDocument/2006/relationships" id="2147483652" r:id="R8dba2e9cc0a24b86"/>
    <p:sldLayoutId xmlns:r="http://schemas.openxmlformats.org/officeDocument/2006/relationships" id="2147483653" r:id="R1aca474254c74a57"/>
    <p:sldLayoutId xmlns:r="http://schemas.openxmlformats.org/officeDocument/2006/relationships" id="2147483654" r:id="Re7df220167b94b4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f4b129ccd764640" /><Relationship Type="http://schemas.openxmlformats.org/officeDocument/2006/relationships/image" Target="/ppt/media/image.png" Id="R81c9a9fe90874467" /><Relationship Type="http://schemas.openxmlformats.org/officeDocument/2006/relationships/notesSlide" Target="/ppt/notesSlides/notesSlide1.xml" Id="R0376bace5071426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d49854bc56647d3" /><Relationship Type="http://schemas.openxmlformats.org/officeDocument/2006/relationships/image" Target="/ppt/media/image2.png" Id="R43033b52c94d4b6d" /><Relationship Type="http://schemas.openxmlformats.org/officeDocument/2006/relationships/notesSlide" Target="/ppt/notesSlides/notesSlide2.xml" Id="Rd490a868683d432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afd1de1880a46a9" /><Relationship Type="http://schemas.openxmlformats.org/officeDocument/2006/relationships/notesSlide" Target="/ppt/notesSlides/notesSlide3.xml" Id="Rc19ba154783b49b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85baa027780449d" /><Relationship Type="http://schemas.openxmlformats.org/officeDocument/2006/relationships/image" Target="/ppt/media/image3.png" Id="Rdf98606a256e4d5f" /><Relationship Type="http://schemas.openxmlformats.org/officeDocument/2006/relationships/notesSlide" Target="/ppt/notesSlides/notesSlide4.xml" Id="R17937f6dae5a4d0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6e5a1e142094fe9" /><Relationship Type="http://schemas.openxmlformats.org/officeDocument/2006/relationships/image" Target="/ppt/media/image4.png" Id="R2a1d6cac0fd3454b" /><Relationship Type="http://schemas.openxmlformats.org/officeDocument/2006/relationships/image" Target="/ppt/media/image5.png" Id="Re232b7905c694f53" /><Relationship Type="http://schemas.openxmlformats.org/officeDocument/2006/relationships/notesSlide" Target="/ppt/notesSlides/notesSlide5.xml" Id="R586212e955a54f9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6c452fb6cc14cd1" /><Relationship Type="http://schemas.openxmlformats.org/officeDocument/2006/relationships/image" Target="/ppt/media/image6.png" Id="R37ac250eaeb347aa" /><Relationship Type="http://schemas.openxmlformats.org/officeDocument/2006/relationships/notesSlide" Target="/ppt/notesSlides/notesSlide6.xml" Id="R365eb361ff4e4f8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da21d69e7ab4a5a" /><Relationship Type="http://schemas.openxmlformats.org/officeDocument/2006/relationships/image" Target="/ppt/media/image7.png" Id="R3f03fc22bb3c49d6" /><Relationship Type="http://schemas.openxmlformats.org/officeDocument/2006/relationships/notesSlide" Target="/ppt/notesSlides/notesSlide7.xml" Id="R713eb0c38f7f4fb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2e8af0de5c040c3" /><Relationship Type="http://schemas.openxmlformats.org/officeDocument/2006/relationships/notesSlide" Target="/ppt/notesSlides/notesSlide8.xml" Id="R366da2bc727f4c0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2c1da5dc2b1489e" /><Relationship Type="http://schemas.openxmlformats.org/officeDocument/2006/relationships/notesSlide" Target="/ppt/notesSlides/notesSlide9.xml" Id="Rcfeec7cca188444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3bb7d60caa44c98" /><Relationship Type="http://schemas.openxmlformats.org/officeDocument/2006/relationships/notesSlide" Target="/ppt/notesSlides/notesSlide10.xml" Id="R5b0b0f69853049cc" /></Relationships>
</file>

<file path=ppt/slides/slide1.xml><?xml version="1.0" encoding="utf-8"?>
<p:sld xmlns:p="http://schemas.openxmlformats.org/presentationml/2006/main">
  <p:cSld>
    <p:bg>
      <p:bgPr>
        <a:solidFill xmlns:a="http://schemas.openxmlformats.org/drawingml/2006/main">
          <a:srgbClr val="F3F0E9"/>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4D63662-BE4C-4B52-9706-4DFF21394A6E}"/>
              </a:ext>
            </a:extLst>
          </p:cNvPr>
          <p:cNvSpPr>
            <a:spLocks xmlns:a="http://schemas.openxmlformats.org/drawingml/2006/main" noGrp="1"/>
          </p:cNvSpPr>
          <p:nvPr/>
        </p:nvSpPr>
        <p:spPr>
          <a:xfrm xmlns:a="http://schemas.openxmlformats.org/drawingml/2006/main">
            <a:off x="0" y="0"/>
            <a:ext cx="12192000" cy="495300"/>
          </a:xfrm>
          <a:prstGeom xmlns:a="http://schemas.openxmlformats.org/drawingml/2006/main" prst="rect">
            <a:avLst/>
          </a:prstGeom>
          <a:solidFill xmlns:a="http://schemas.openxmlformats.org/drawingml/2006/main">
            <a:srgbClr val="1721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56E7959-3110-456A-9F30-0F575C49F70A}"/>
              </a:ext>
            </a:extLst>
          </p:cNvPr>
          <p:cNvSpPr>
            <a:spLocks xmlns:a="http://schemas.openxmlformats.org/drawingml/2006/main" noGrp="1"/>
          </p:cNvSpPr>
          <p:nvPr/>
        </p:nvSpPr>
        <p:spPr>
          <a:xfrm xmlns:a="http://schemas.openxmlformats.org/drawingml/2006/main">
            <a:off x="304800" y="114300"/>
            <a:ext cx="247650" cy="257175"/>
          </a:xfrm>
          <a:prstGeom xmlns:a="http://schemas.openxmlformats.org/drawingml/2006/main" prst="roundRect">
            <a:avLst>
              <a:gd name="adj" fmla="val 30769"/>
            </a:avLst>
          </a:prstGeom>
          <a:solidFill xmlns:a="http://schemas.openxmlformats.org/drawingml/2006/main">
            <a:srgbClr val="D95C3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B8FF41A-69F7-4EB3-92C7-6F8D9585736F}"/>
              </a:ext>
            </a:extLst>
          </p:cNvPr>
          <p:cNvSpPr>
            <a:spLocks xmlns:a="http://schemas.openxmlformats.org/drawingml/2006/main" noGrp="1"/>
          </p:cNvSpPr>
          <p:nvPr/>
        </p:nvSpPr>
        <p:spPr>
          <a:xfrm xmlns:a="http://schemas.openxmlformats.org/drawingml/2006/main">
            <a:off x="304800" y="104775"/>
            <a:ext cx="247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1">
                <a:solidFill>
                  <a:srgbClr val="FFFFFF"/>
                </a:solidFill>
              </a:defRPr>
            </a:defPPr>
            <a:lvl1pPr algn="ctr">
              <a:buNone/>
              <a:defRPr sz="1275" b="1">
                <a:solidFill>
                  <a:srgbClr val="FFFFFF"/>
                </a:solidFill>
              </a:defRPr>
            </a:lvl1pPr>
            <a:lvl2pPr algn="ctr">
              <a:buNone/>
              <a:defRPr sz="1275" b="1">
                <a:solidFill>
                  <a:srgbClr val="FFFFFF"/>
                </a:solidFill>
              </a:defRPr>
            </a:lvl2pPr>
            <a:lvl3pPr algn="ctr">
              <a:buNone/>
              <a:defRPr sz="1275" b="1">
                <a:solidFill>
                  <a:srgbClr val="FFFFFF"/>
                </a:solidFill>
              </a:defRPr>
            </a:lvl3pPr>
            <a:lvl4pPr algn="ctr">
              <a:buNone/>
              <a:defRPr sz="1275" b="1">
                <a:solidFill>
                  <a:srgbClr val="FFFFFF"/>
                </a:solidFill>
              </a:defRPr>
            </a:lvl4pPr>
            <a:lvl5pPr algn="ctr">
              <a:buNone/>
              <a:defRPr sz="1275" b="1">
                <a:solidFill>
                  <a:srgbClr val="FFFFFF"/>
                </a:solidFill>
              </a:defRPr>
            </a:lvl5pPr>
            <a:lvl6pPr algn="ctr">
              <a:buNone/>
              <a:defRPr sz="1275" b="1">
                <a:solidFill>
                  <a:srgbClr val="FFFFFF"/>
                </a:solidFill>
              </a:defRPr>
            </a:lvl6pPr>
            <a:lvl7pPr algn="ctr">
              <a:buNone/>
              <a:defRPr sz="1275" b="1">
                <a:solidFill>
                  <a:srgbClr val="FFFFFF"/>
                </a:solidFill>
              </a:defRPr>
            </a:lvl7pPr>
            <a:lvl8pPr algn="ctr">
              <a:buNone/>
              <a:defRPr sz="1275" b="1">
                <a:solidFill>
                  <a:srgbClr val="FFFFFF"/>
                </a:solidFill>
              </a:defRPr>
            </a:lvl8pPr>
            <a:lvl9pPr algn="ctr">
              <a:buNone/>
              <a:defRPr sz="1275" b="1">
                <a:solidFill>
                  <a:srgbClr val="FFFFFF"/>
                </a:solidFill>
              </a:defRPr>
            </a:lvl9pPr>
          </a:lstStyle>
          <a:p xmlns:a="http://schemas.openxmlformats.org/drawingml/2006/main">
            <a:pPr algn="ctr">
              <a:buNone/>
              <a:defRPr sz="1275" b="1">
                <a:solidFill>
                  <a:srgbClr val="FFFFFF"/>
                </a:solidFill>
              </a:defRPr>
            </a:pPr>
            <a:r>
              <a:rPr sz="1275" b="1">
                <a:solidFill>
                  <a:srgbClr val="FFFFFF"/>
                </a:solidFill>
              </a:rPr>
              <a:t>F</a:t>
            </a:r>
          </a:p>
        </p:txBody>
      </p:sp>
      <p:sp>
        <p:nvSpPr>
          <p:cNvPr id="4" name="">
            <a:extLst xmlns:a="http://schemas.openxmlformats.org/drawingml/2006/main">
              <a:ext uri="{FF2B5EF4-FFF2-40B4-BE49-F238E27FC236}">
                <a16:creationId xmlns:a16="http://schemas.microsoft.com/office/drawing/2014/main" id="{128771DB-9940-4FB6-B020-7F5A78E32098}"/>
              </a:ext>
            </a:extLst>
          </p:cNvPr>
          <p:cNvSpPr>
            <a:spLocks xmlns:a="http://schemas.openxmlformats.org/drawingml/2006/main" noGrp="1"/>
          </p:cNvSpPr>
          <p:nvPr/>
        </p:nvSpPr>
        <p:spPr>
          <a:xfrm xmlns:a="http://schemas.openxmlformats.org/drawingml/2006/main">
            <a:off x="676275" y="95250"/>
            <a:ext cx="1714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FFFFFF"/>
                </a:solidFill>
              </a:defRPr>
            </a:defPPr>
            <a:lvl1pPr algn="l">
              <a:buNone/>
              <a:defRPr sz="1425" b="1">
                <a:solidFill>
                  <a:srgbClr val="FFFFFF"/>
                </a:solidFill>
              </a:defRPr>
            </a:lvl1pPr>
            <a:lvl2pPr algn="l">
              <a:buNone/>
              <a:defRPr sz="1425" b="1">
                <a:solidFill>
                  <a:srgbClr val="FFFFFF"/>
                </a:solidFill>
              </a:defRPr>
            </a:lvl2pPr>
            <a:lvl3pPr algn="l">
              <a:buNone/>
              <a:defRPr sz="1425" b="1">
                <a:solidFill>
                  <a:srgbClr val="FFFFFF"/>
                </a:solidFill>
              </a:defRPr>
            </a:lvl3pPr>
            <a:lvl4pPr algn="l">
              <a:buNone/>
              <a:defRPr sz="1425" b="1">
                <a:solidFill>
                  <a:srgbClr val="FFFFFF"/>
                </a:solidFill>
              </a:defRPr>
            </a:lvl4pPr>
            <a:lvl5pPr algn="l">
              <a:buNone/>
              <a:defRPr sz="1425" b="1">
                <a:solidFill>
                  <a:srgbClr val="FFFFFF"/>
                </a:solidFill>
              </a:defRPr>
            </a:lvl5pPr>
            <a:lvl6pPr algn="l">
              <a:buNone/>
              <a:defRPr sz="1425" b="1">
                <a:solidFill>
                  <a:srgbClr val="FFFFFF"/>
                </a:solidFill>
              </a:defRPr>
            </a:lvl6pPr>
            <a:lvl7pPr algn="l">
              <a:buNone/>
              <a:defRPr sz="1425" b="1">
                <a:solidFill>
                  <a:srgbClr val="FFFFFF"/>
                </a:solidFill>
              </a:defRPr>
            </a:lvl7pPr>
            <a:lvl8pPr algn="l">
              <a:buNone/>
              <a:defRPr sz="1425" b="1">
                <a:solidFill>
                  <a:srgbClr val="FFFFFF"/>
                </a:solidFill>
              </a:defRPr>
            </a:lvl8pPr>
            <a:lvl9pPr algn="l">
              <a:buNone/>
              <a:defRPr sz="1425" b="1">
                <a:solidFill>
                  <a:srgbClr val="FFFFFF"/>
                </a:solidFill>
              </a:defRPr>
            </a:lvl9pPr>
          </a:lstStyle>
          <a:p xmlns:a="http://schemas.openxmlformats.org/drawingml/2006/main">
            <a:pPr algn="l">
              <a:buNone/>
              <a:defRPr sz="1425" b="1">
                <a:solidFill>
                  <a:srgbClr val="FFFFFF"/>
                </a:solidFill>
              </a:defRPr>
            </a:pPr>
            <a:r>
              <a:rPr sz="1425" b="1">
                <a:solidFill>
                  <a:srgbClr val="FFFFFF"/>
                </a:solidFill>
              </a:rPr>
              <a:t>ForgeFlow</a:t>
            </a:r>
          </a:p>
        </p:txBody>
      </p:sp>
      <p:sp>
        <p:nvSpPr>
          <p:cNvPr id="5" name="">
            <a:extLst xmlns:a="http://schemas.openxmlformats.org/drawingml/2006/main">
              <a:ext uri="{FF2B5EF4-FFF2-40B4-BE49-F238E27FC236}">
                <a16:creationId xmlns:a16="http://schemas.microsoft.com/office/drawing/2014/main" id="{FFD2C0C7-89B0-48A1-8B15-36678CB37356}"/>
              </a:ext>
            </a:extLst>
          </p:cNvPr>
          <p:cNvSpPr>
            <a:spLocks xmlns:a="http://schemas.openxmlformats.org/drawingml/2006/main" noGrp="1"/>
          </p:cNvSpPr>
          <p:nvPr/>
        </p:nvSpPr>
        <p:spPr>
          <a:xfrm xmlns:a="http://schemas.openxmlformats.org/drawingml/2006/main">
            <a:off x="8953500" y="104775"/>
            <a:ext cx="2714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DFE5DF"/>
                </a:solidFill>
              </a:defRPr>
            </a:defPPr>
            <a:lvl1pPr algn="r">
              <a:buNone/>
              <a:defRPr sz="975" b="1">
                <a:solidFill>
                  <a:srgbClr val="DFE5DF"/>
                </a:solidFill>
              </a:defRPr>
            </a:lvl1pPr>
            <a:lvl2pPr algn="r">
              <a:buNone/>
              <a:defRPr sz="975" b="1">
                <a:solidFill>
                  <a:srgbClr val="DFE5DF"/>
                </a:solidFill>
              </a:defRPr>
            </a:lvl2pPr>
            <a:lvl3pPr algn="r">
              <a:buNone/>
              <a:defRPr sz="975" b="1">
                <a:solidFill>
                  <a:srgbClr val="DFE5DF"/>
                </a:solidFill>
              </a:defRPr>
            </a:lvl3pPr>
            <a:lvl4pPr algn="r">
              <a:buNone/>
              <a:defRPr sz="975" b="1">
                <a:solidFill>
                  <a:srgbClr val="DFE5DF"/>
                </a:solidFill>
              </a:defRPr>
            </a:lvl4pPr>
            <a:lvl5pPr algn="r">
              <a:buNone/>
              <a:defRPr sz="975" b="1">
                <a:solidFill>
                  <a:srgbClr val="DFE5DF"/>
                </a:solidFill>
              </a:defRPr>
            </a:lvl5pPr>
            <a:lvl6pPr algn="r">
              <a:buNone/>
              <a:defRPr sz="975" b="1">
                <a:solidFill>
                  <a:srgbClr val="DFE5DF"/>
                </a:solidFill>
              </a:defRPr>
            </a:lvl6pPr>
            <a:lvl7pPr algn="r">
              <a:buNone/>
              <a:defRPr sz="975" b="1">
                <a:solidFill>
                  <a:srgbClr val="DFE5DF"/>
                </a:solidFill>
              </a:defRPr>
            </a:lvl7pPr>
            <a:lvl8pPr algn="r">
              <a:buNone/>
              <a:defRPr sz="975" b="1">
                <a:solidFill>
                  <a:srgbClr val="DFE5DF"/>
                </a:solidFill>
              </a:defRPr>
            </a:lvl8pPr>
            <a:lvl9pPr algn="r">
              <a:buNone/>
              <a:defRPr sz="975" b="1">
                <a:solidFill>
                  <a:srgbClr val="DFE5DF"/>
                </a:solidFill>
              </a:defRPr>
            </a:lvl9pPr>
          </a:lstStyle>
          <a:p xmlns:a="http://schemas.openxmlformats.org/drawingml/2006/main">
            <a:pPr algn="r">
              <a:buNone/>
              <a:defRPr sz="975" b="1">
                <a:solidFill>
                  <a:srgbClr val="DFE5DF"/>
                </a:solidFill>
              </a:defRPr>
            </a:pPr>
            <a:r>
              <a:rPr sz="975" b="1">
                <a:solidFill>
                  <a:srgbClr val="DFE5DF"/>
                </a:solidFill>
              </a:rPr>
              <a:t>SDC HACKATHON 2026</a:t>
            </a:r>
          </a:p>
        </p:txBody>
      </p:sp>
      <p:sp>
        <p:nvSpPr>
          <p:cNvPr id="6" name="">
            <a:extLst xmlns:a="http://schemas.openxmlformats.org/drawingml/2006/main">
              <a:ext uri="{FF2B5EF4-FFF2-40B4-BE49-F238E27FC236}">
                <a16:creationId xmlns:a16="http://schemas.microsoft.com/office/drawing/2014/main" id="{C340EAB0-7D00-46B2-8412-AA4486B28A95}"/>
              </a:ext>
            </a:extLst>
          </p:cNvPr>
          <p:cNvSpPr>
            <a:spLocks xmlns:a="http://schemas.openxmlformats.org/drawingml/2006/main" noGrp="1"/>
          </p:cNvSpPr>
          <p:nvPr/>
        </p:nvSpPr>
        <p:spPr>
          <a:xfrm xmlns:a="http://schemas.openxmlformats.org/drawingml/2006/main">
            <a:off x="723900" y="904875"/>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775" b="1">
                <a:solidFill>
                  <a:srgbClr val="17211F"/>
                </a:solidFill>
              </a:defRPr>
            </a:defPPr>
            <a:lvl1pPr algn="l">
              <a:buNone/>
              <a:defRPr sz="2775" b="1">
                <a:solidFill>
                  <a:srgbClr val="17211F"/>
                </a:solidFill>
              </a:defRPr>
            </a:lvl1pPr>
            <a:lvl2pPr algn="l">
              <a:buNone/>
              <a:defRPr sz="2775" b="1">
                <a:solidFill>
                  <a:srgbClr val="17211F"/>
                </a:solidFill>
              </a:defRPr>
            </a:lvl2pPr>
            <a:lvl3pPr algn="l">
              <a:buNone/>
              <a:defRPr sz="2775" b="1">
                <a:solidFill>
                  <a:srgbClr val="17211F"/>
                </a:solidFill>
              </a:defRPr>
            </a:lvl3pPr>
            <a:lvl4pPr algn="l">
              <a:buNone/>
              <a:defRPr sz="2775" b="1">
                <a:solidFill>
                  <a:srgbClr val="17211F"/>
                </a:solidFill>
              </a:defRPr>
            </a:lvl4pPr>
            <a:lvl5pPr algn="l">
              <a:buNone/>
              <a:defRPr sz="2775" b="1">
                <a:solidFill>
                  <a:srgbClr val="17211F"/>
                </a:solidFill>
              </a:defRPr>
            </a:lvl5pPr>
            <a:lvl6pPr algn="l">
              <a:buNone/>
              <a:defRPr sz="2775" b="1">
                <a:solidFill>
                  <a:srgbClr val="17211F"/>
                </a:solidFill>
              </a:defRPr>
            </a:lvl6pPr>
            <a:lvl7pPr algn="l">
              <a:buNone/>
              <a:defRPr sz="2775" b="1">
                <a:solidFill>
                  <a:srgbClr val="17211F"/>
                </a:solidFill>
              </a:defRPr>
            </a:lvl7pPr>
            <a:lvl8pPr algn="l">
              <a:buNone/>
              <a:defRPr sz="2775" b="1">
                <a:solidFill>
                  <a:srgbClr val="17211F"/>
                </a:solidFill>
              </a:defRPr>
            </a:lvl8pPr>
            <a:lvl9pPr algn="l">
              <a:buNone/>
              <a:defRPr sz="2775" b="1">
                <a:solidFill>
                  <a:srgbClr val="17211F"/>
                </a:solidFill>
              </a:defRPr>
            </a:lvl9pPr>
          </a:lstStyle>
          <a:p xmlns:a="http://schemas.openxmlformats.org/drawingml/2006/main">
            <a:pPr algn="l">
              <a:buNone/>
              <a:defRPr sz="2775" b="1">
                <a:solidFill>
                  <a:srgbClr val="17211F"/>
                </a:solidFill>
              </a:defRPr>
            </a:pPr>
            <a:r>
              <a:rPr sz="2775" b="1">
                <a:solidFill>
                  <a:srgbClr val="17211F"/>
                </a:solidFill>
              </a:rPr>
              <a:t>When a product fails,</a:t>
            </a:r>
          </a:p>
        </p:txBody>
      </p:sp>
      <p:sp>
        <p:nvSpPr>
          <p:cNvPr id="7" name="">
            <a:extLst xmlns:a="http://schemas.openxmlformats.org/drawingml/2006/main">
              <a:ext uri="{FF2B5EF4-FFF2-40B4-BE49-F238E27FC236}">
                <a16:creationId xmlns:a16="http://schemas.microsoft.com/office/drawing/2014/main" id="{D52BF326-0EC2-46A3-9257-8DFA8C2DB357}"/>
              </a:ext>
            </a:extLst>
          </p:cNvPr>
          <p:cNvSpPr>
            <a:spLocks xmlns:a="http://schemas.openxmlformats.org/drawingml/2006/main" noGrp="1"/>
          </p:cNvSpPr>
          <p:nvPr/>
        </p:nvSpPr>
        <p:spPr>
          <a:xfrm xmlns:a="http://schemas.openxmlformats.org/drawingml/2006/main">
            <a:off x="723900" y="1381125"/>
            <a:ext cx="5095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700" b="1">
                <a:solidFill>
                  <a:srgbClr val="D95C3D"/>
                </a:solidFill>
              </a:defRPr>
            </a:defPPr>
            <a:lvl1pPr algn="l">
              <a:buNone/>
              <a:defRPr sz="2700" b="1">
                <a:solidFill>
                  <a:srgbClr val="D95C3D"/>
                </a:solidFill>
              </a:defRPr>
            </a:lvl1pPr>
            <a:lvl2pPr algn="l">
              <a:buNone/>
              <a:defRPr sz="2700" b="1">
                <a:solidFill>
                  <a:srgbClr val="D95C3D"/>
                </a:solidFill>
              </a:defRPr>
            </a:lvl2pPr>
            <a:lvl3pPr algn="l">
              <a:buNone/>
              <a:defRPr sz="2700" b="1">
                <a:solidFill>
                  <a:srgbClr val="D95C3D"/>
                </a:solidFill>
              </a:defRPr>
            </a:lvl3pPr>
            <a:lvl4pPr algn="l">
              <a:buNone/>
              <a:defRPr sz="2700" b="1">
                <a:solidFill>
                  <a:srgbClr val="D95C3D"/>
                </a:solidFill>
              </a:defRPr>
            </a:lvl4pPr>
            <a:lvl5pPr algn="l">
              <a:buNone/>
              <a:defRPr sz="2700" b="1">
                <a:solidFill>
                  <a:srgbClr val="D95C3D"/>
                </a:solidFill>
              </a:defRPr>
            </a:lvl5pPr>
            <a:lvl6pPr algn="l">
              <a:buNone/>
              <a:defRPr sz="2700" b="1">
                <a:solidFill>
                  <a:srgbClr val="D95C3D"/>
                </a:solidFill>
              </a:defRPr>
            </a:lvl6pPr>
            <a:lvl7pPr algn="l">
              <a:buNone/>
              <a:defRPr sz="2700" b="1">
                <a:solidFill>
                  <a:srgbClr val="D95C3D"/>
                </a:solidFill>
              </a:defRPr>
            </a:lvl7pPr>
            <a:lvl8pPr algn="l">
              <a:buNone/>
              <a:defRPr sz="2700" b="1">
                <a:solidFill>
                  <a:srgbClr val="D95C3D"/>
                </a:solidFill>
              </a:defRPr>
            </a:lvl8pPr>
            <a:lvl9pPr algn="l">
              <a:buNone/>
              <a:defRPr sz="2700" b="1">
                <a:solidFill>
                  <a:srgbClr val="D95C3D"/>
                </a:solidFill>
              </a:defRPr>
            </a:lvl9pPr>
          </a:lstStyle>
          <a:p xmlns:a="http://schemas.openxmlformats.org/drawingml/2006/main">
            <a:pPr algn="l">
              <a:buNone/>
              <a:defRPr sz="2700" b="1">
                <a:solidFill>
                  <a:srgbClr val="D95C3D"/>
                </a:solidFill>
              </a:defRPr>
            </a:pPr>
            <a:r>
              <a:rPr sz="2700" b="1">
                <a:solidFill>
                  <a:srgbClr val="D95C3D"/>
                </a:solidFill>
              </a:rPr>
              <a:t>stop chasing the paper trail.</a:t>
            </a:r>
          </a:p>
        </p:txBody>
      </p:sp>
      <p:sp>
        <p:nvSpPr>
          <p:cNvPr id="8" name="">
            <a:extLst xmlns:a="http://schemas.openxmlformats.org/drawingml/2006/main">
              <a:ext uri="{FF2B5EF4-FFF2-40B4-BE49-F238E27FC236}">
                <a16:creationId xmlns:a16="http://schemas.microsoft.com/office/drawing/2014/main" id="{DD9F57FB-2DC4-4142-A51F-49765BB2E9C6}"/>
              </a:ext>
            </a:extLst>
          </p:cNvPr>
          <p:cNvSpPr>
            <a:spLocks xmlns:a="http://schemas.openxmlformats.org/drawingml/2006/main" noGrp="1"/>
          </p:cNvSpPr>
          <p:nvPr/>
        </p:nvSpPr>
        <p:spPr>
          <a:xfrm xmlns:a="http://schemas.openxmlformats.org/drawingml/2006/main">
            <a:off x="742950" y="20764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596560"/>
                </a:solidFill>
              </a:defRPr>
            </a:defPPr>
            <a:lvl1pPr algn="l">
              <a:buNone/>
              <a:defRPr sz="1500" b="0">
                <a:solidFill>
                  <a:srgbClr val="596560"/>
                </a:solidFill>
              </a:defRPr>
            </a:lvl1pPr>
            <a:lvl2pPr algn="l">
              <a:buNone/>
              <a:defRPr sz="1500" b="0">
                <a:solidFill>
                  <a:srgbClr val="596560"/>
                </a:solidFill>
              </a:defRPr>
            </a:lvl2pPr>
            <a:lvl3pPr algn="l">
              <a:buNone/>
              <a:defRPr sz="1500" b="0">
                <a:solidFill>
                  <a:srgbClr val="596560"/>
                </a:solidFill>
              </a:defRPr>
            </a:lvl3pPr>
            <a:lvl4pPr algn="l">
              <a:buNone/>
              <a:defRPr sz="1500" b="0">
                <a:solidFill>
                  <a:srgbClr val="596560"/>
                </a:solidFill>
              </a:defRPr>
            </a:lvl4pPr>
            <a:lvl5pPr algn="l">
              <a:buNone/>
              <a:defRPr sz="1500" b="0">
                <a:solidFill>
                  <a:srgbClr val="596560"/>
                </a:solidFill>
              </a:defRPr>
            </a:lvl5pPr>
            <a:lvl6pPr algn="l">
              <a:buNone/>
              <a:defRPr sz="1500" b="0">
                <a:solidFill>
                  <a:srgbClr val="596560"/>
                </a:solidFill>
              </a:defRPr>
            </a:lvl6pPr>
            <a:lvl7pPr algn="l">
              <a:buNone/>
              <a:defRPr sz="1500" b="0">
                <a:solidFill>
                  <a:srgbClr val="596560"/>
                </a:solidFill>
              </a:defRPr>
            </a:lvl7pPr>
            <a:lvl8pPr algn="l">
              <a:buNone/>
              <a:defRPr sz="1500" b="0">
                <a:solidFill>
                  <a:srgbClr val="596560"/>
                </a:solidFill>
              </a:defRPr>
            </a:lvl8pPr>
            <a:lvl9pPr algn="l">
              <a:buNone/>
              <a:defRPr sz="1500" b="0">
                <a:solidFill>
                  <a:srgbClr val="596560"/>
                </a:solidFill>
              </a:defRPr>
            </a:lvl9pPr>
          </a:lstStyle>
          <a:p xmlns:a="http://schemas.openxmlformats.org/drawingml/2006/main">
            <a:pPr algn="l">
              <a:buNone/>
              <a:defRPr sz="1500" b="0">
                <a:solidFill>
                  <a:srgbClr val="596560"/>
                </a:solidFill>
              </a:defRPr>
            </a:pPr>
            <a:r>
              <a:rPr sz="1500" b="0">
                <a:solidFill>
                  <a:srgbClr val="596560"/>
                </a:solidFill>
              </a:rPr>
              <a:t>One shared order record for customers, managers and factory teams.</a:t>
            </a:r>
          </a:p>
        </p:txBody>
      </p:sp>
      <p:sp>
        <p:nvSpPr>
          <p:cNvPr id="9" name="">
            <a:extLst xmlns:a="http://schemas.openxmlformats.org/drawingml/2006/main">
              <a:ext uri="{FF2B5EF4-FFF2-40B4-BE49-F238E27FC236}">
                <a16:creationId xmlns:a16="http://schemas.microsoft.com/office/drawing/2014/main" id="{20EE0AD5-EDDB-443F-BDCE-B5F70D590890}"/>
              </a:ext>
            </a:extLst>
          </p:cNvPr>
          <p:cNvSpPr>
            <a:spLocks xmlns:a="http://schemas.openxmlformats.org/drawingml/2006/main" noGrp="1"/>
          </p:cNvSpPr>
          <p:nvPr/>
        </p:nvSpPr>
        <p:spPr>
          <a:xfrm xmlns:a="http://schemas.openxmlformats.org/drawingml/2006/main">
            <a:off x="762000" y="2800350"/>
            <a:ext cx="2647950" cy="266700"/>
          </a:xfrm>
          <a:prstGeom xmlns:a="http://schemas.openxmlformats.org/drawingml/2006/main" prst="roundRect">
            <a:avLst>
              <a:gd name="adj" fmla="val 28571"/>
            </a:avLst>
          </a:prstGeom>
          <a:solidFill xmlns:a="http://schemas.openxmlformats.org/drawingml/2006/main">
            <a:srgbClr val="22312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6453C08-7EAE-47B4-AEC3-A15B825B5178}"/>
              </a:ext>
            </a:extLst>
          </p:cNvPr>
          <p:cNvSpPr>
            <a:spLocks xmlns:a="http://schemas.openxmlformats.org/drawingml/2006/main" noGrp="1"/>
          </p:cNvSpPr>
          <p:nvPr/>
        </p:nvSpPr>
        <p:spPr>
          <a:xfrm xmlns:a="http://schemas.openxmlformats.org/drawingml/2006/main">
            <a:off x="838200" y="2809875"/>
            <a:ext cx="2495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75" b="1">
                <a:solidFill>
                  <a:srgbClr val="FFFFFF"/>
                </a:solidFill>
              </a:defRPr>
            </a:defPPr>
            <a:lvl1pPr algn="ctr">
              <a:buNone/>
              <a:defRPr sz="975" b="1">
                <a:solidFill>
                  <a:srgbClr val="FFFFFF"/>
                </a:solidFill>
              </a:defRPr>
            </a:lvl1pPr>
            <a:lvl2pPr algn="ctr">
              <a:buNone/>
              <a:defRPr sz="975" b="1">
                <a:solidFill>
                  <a:srgbClr val="FFFFFF"/>
                </a:solidFill>
              </a:defRPr>
            </a:lvl2pPr>
            <a:lvl3pPr algn="ctr">
              <a:buNone/>
              <a:defRPr sz="975" b="1">
                <a:solidFill>
                  <a:srgbClr val="FFFFFF"/>
                </a:solidFill>
              </a:defRPr>
            </a:lvl3pPr>
            <a:lvl4pPr algn="ctr">
              <a:buNone/>
              <a:defRPr sz="975" b="1">
                <a:solidFill>
                  <a:srgbClr val="FFFFFF"/>
                </a:solidFill>
              </a:defRPr>
            </a:lvl4pPr>
            <a:lvl5pPr algn="ctr">
              <a:buNone/>
              <a:defRPr sz="975" b="1">
                <a:solidFill>
                  <a:srgbClr val="FFFFFF"/>
                </a:solidFill>
              </a:defRPr>
            </a:lvl5pPr>
            <a:lvl6pPr algn="ctr">
              <a:buNone/>
              <a:defRPr sz="975" b="1">
                <a:solidFill>
                  <a:srgbClr val="FFFFFF"/>
                </a:solidFill>
              </a:defRPr>
            </a:lvl6pPr>
            <a:lvl7pPr algn="ctr">
              <a:buNone/>
              <a:defRPr sz="975" b="1">
                <a:solidFill>
                  <a:srgbClr val="FFFFFF"/>
                </a:solidFill>
              </a:defRPr>
            </a:lvl7pPr>
            <a:lvl8pPr algn="ctr">
              <a:buNone/>
              <a:defRPr sz="975" b="1">
                <a:solidFill>
                  <a:srgbClr val="FFFFFF"/>
                </a:solidFill>
              </a:defRPr>
            </a:lvl8pPr>
            <a:lvl9pPr algn="ctr">
              <a:buNone/>
              <a:defRPr sz="975" b="1">
                <a:solidFill>
                  <a:srgbClr val="FFFFFF"/>
                </a:solidFill>
              </a:defRPr>
            </a:lvl9pPr>
          </a:lstStyle>
          <a:p xmlns:a="http://schemas.openxmlformats.org/drawingml/2006/main">
            <a:pPr algn="ctr">
              <a:buNone/>
              <a:defRPr sz="975" b="1">
                <a:solidFill>
                  <a:srgbClr val="FFFFFF"/>
                </a:solidFill>
              </a:defRPr>
            </a:pPr>
            <a:r>
              <a:rPr sz="975" b="1">
                <a:solidFill>
                  <a:srgbClr val="FFFFFF"/>
                </a:solidFill>
              </a:rPr>
              <a:t>Orders · Production · Traceability</a:t>
            </a:r>
          </a:p>
        </p:txBody>
      </p:sp>
      <p:pic>
        <p:nvPicPr>
          <p:cNvPr id="11" name="">
            <a:extLst xmlns:a="http://schemas.openxmlformats.org/drawingml/2006/main">
              <a:ext uri="{FF2B5EF4-FFF2-40B4-BE49-F238E27FC236}">
                <a16:creationId xmlns:a16="http://schemas.microsoft.com/office/drawing/2014/main" id="{E282DF54-9081-476F-902B-10DACD121BDB}"/>
              </a:ext>
            </a:extLst>
          </p:cNvPr>
          <p:cNvPicPr>
            <a:picLocks xmlns:a="http://schemas.openxmlformats.org/drawingml/2006/main" noChangeAspect="1"/>
          </p:cNvPicPr>
          <p:nvPr/>
        </p:nvPicPr>
        <p:blipFill>
          <a:blip xmlns:r="http://schemas.openxmlformats.org/officeDocument/2006/relationships" xmlns:a="http://schemas.openxmlformats.org/drawingml/2006/main" r:embed="R81c9a9fe90874467"/>
          <a:stretch xmlns:a="http://schemas.openxmlformats.org/drawingml/2006/main"/>
        </p:blipFill>
        <p:spPr>
          <a:xfrm xmlns:a="http://schemas.openxmlformats.org/drawingml/2006/main">
            <a:off x="5953125" y="868645"/>
            <a:ext cx="5572125" cy="2644210"/>
          </a:xfrm>
          <a:prstGeom xmlns:a="http://schemas.openxmlformats.org/drawingml/2006/main" prst="roundRect">
            <a:avLst>
              <a:gd name="adj" fmla="val 2878"/>
            </a:avLst>
          </a:prstGeom>
        </p:spPr>
      </p:pic>
      <p:sp>
        <p:nvSpPr>
          <p:cNvPr id="12" name="">
            <a:extLst xmlns:a="http://schemas.openxmlformats.org/drawingml/2006/main">
              <a:ext uri="{FF2B5EF4-FFF2-40B4-BE49-F238E27FC236}">
                <a16:creationId xmlns:a16="http://schemas.microsoft.com/office/drawing/2014/main" id="{EF92E9EE-4139-4FE0-9F44-591828742DB6}"/>
              </a:ext>
            </a:extLst>
          </p:cNvPr>
          <p:cNvSpPr>
            <a:spLocks xmlns:a="http://schemas.openxmlformats.org/drawingml/2006/main" noGrp="1"/>
          </p:cNvSpPr>
          <p:nvPr/>
        </p:nvSpPr>
        <p:spPr>
          <a:xfrm xmlns:a="http://schemas.openxmlformats.org/drawingml/2006/main">
            <a:off x="5953125" y="866775"/>
            <a:ext cx="5572125" cy="2647950"/>
          </a:xfrm>
          <a:prstGeom xmlns:a="http://schemas.openxmlformats.org/drawingml/2006/main" prst="rect">
            <a:avLst/>
          </a:prstGeom>
          <a:noFill xmlns:a="http://schemas.openxmlformats.org/drawingml/2006/main"/>
          <a:ln xmlns:a="http://schemas.openxmlformats.org/drawingml/2006/main" w="9525">
            <a:solidFill>
              <a:srgbClr val="D8D3CA"/>
            </a:solidFill>
            <a:prstDash val="solid"/>
          </a:ln>
        </p:spPr>
      </p:sp>
      <p:sp>
        <p:nvSpPr>
          <p:cNvPr id="13" name="">
            <a:extLst xmlns:a="http://schemas.openxmlformats.org/drawingml/2006/main">
              <a:ext uri="{FF2B5EF4-FFF2-40B4-BE49-F238E27FC236}">
                <a16:creationId xmlns:a16="http://schemas.microsoft.com/office/drawing/2014/main" id="{B15EC152-B739-45A8-AD00-0F4ADFCC654C}"/>
              </a:ext>
            </a:extLst>
          </p:cNvPr>
          <p:cNvSpPr>
            <a:spLocks xmlns:a="http://schemas.openxmlformats.org/drawingml/2006/main" noGrp="1"/>
          </p:cNvSpPr>
          <p:nvPr/>
        </p:nvSpPr>
        <p:spPr>
          <a:xfrm xmlns:a="http://schemas.openxmlformats.org/drawingml/2006/main">
            <a:off x="5962650" y="3676650"/>
            <a:ext cx="5543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0">
                <a:solidFill>
                  <a:srgbClr val="596560"/>
                </a:solidFill>
              </a:defRPr>
            </a:defPPr>
            <a:lvl1pPr algn="l">
              <a:buNone/>
              <a:defRPr sz="1125" b="0">
                <a:solidFill>
                  <a:srgbClr val="596560"/>
                </a:solidFill>
              </a:defRPr>
            </a:lvl1pPr>
            <a:lvl2pPr algn="l">
              <a:buNone/>
              <a:defRPr sz="1125" b="0">
                <a:solidFill>
                  <a:srgbClr val="596560"/>
                </a:solidFill>
              </a:defRPr>
            </a:lvl2pPr>
            <a:lvl3pPr algn="l">
              <a:buNone/>
              <a:defRPr sz="1125" b="0">
                <a:solidFill>
                  <a:srgbClr val="596560"/>
                </a:solidFill>
              </a:defRPr>
            </a:lvl3pPr>
            <a:lvl4pPr algn="l">
              <a:buNone/>
              <a:defRPr sz="1125" b="0">
                <a:solidFill>
                  <a:srgbClr val="596560"/>
                </a:solidFill>
              </a:defRPr>
            </a:lvl4pPr>
            <a:lvl5pPr algn="l">
              <a:buNone/>
              <a:defRPr sz="1125" b="0">
                <a:solidFill>
                  <a:srgbClr val="596560"/>
                </a:solidFill>
              </a:defRPr>
            </a:lvl5pPr>
            <a:lvl6pPr algn="l">
              <a:buNone/>
              <a:defRPr sz="1125" b="0">
                <a:solidFill>
                  <a:srgbClr val="596560"/>
                </a:solidFill>
              </a:defRPr>
            </a:lvl6pPr>
            <a:lvl7pPr algn="l">
              <a:buNone/>
              <a:defRPr sz="1125" b="0">
                <a:solidFill>
                  <a:srgbClr val="596560"/>
                </a:solidFill>
              </a:defRPr>
            </a:lvl7pPr>
            <a:lvl8pPr algn="l">
              <a:buNone/>
              <a:defRPr sz="1125" b="0">
                <a:solidFill>
                  <a:srgbClr val="596560"/>
                </a:solidFill>
              </a:defRPr>
            </a:lvl8pPr>
            <a:lvl9pPr algn="l">
              <a:buNone/>
              <a:defRPr sz="1125" b="0">
                <a:solidFill>
                  <a:srgbClr val="596560"/>
                </a:solidFill>
              </a:defRPr>
            </a:lvl9pPr>
          </a:lstStyle>
          <a:p xmlns:a="http://schemas.openxmlformats.org/drawingml/2006/main">
            <a:pPr algn="l">
              <a:buNone/>
              <a:defRPr sz="1125" b="0">
                <a:solidFill>
                  <a:srgbClr val="596560"/>
                </a:solidFill>
              </a:defRPr>
            </a:pPr>
            <a:r>
              <a:rPr sz="1125" b="0">
                <a:solidFill>
                  <a:srgbClr val="596560"/>
                </a:solidFill>
              </a:rPr>
              <a:t>The dashboard says it refreshes every 15 seconds; the workflow overview says order and product status is visible to all users.</a:t>
            </a:r>
          </a:p>
        </p:txBody>
      </p:sp>
      <p:sp>
        <p:nvSpPr>
          <p:cNvPr id="14" name="">
            <a:extLst xmlns:a="http://schemas.openxmlformats.org/drawingml/2006/main">
              <a:ext uri="{FF2B5EF4-FFF2-40B4-BE49-F238E27FC236}">
                <a16:creationId xmlns:a16="http://schemas.microsoft.com/office/drawing/2014/main" id="{541A6072-78D4-437E-924B-07B80D7B36D1}"/>
              </a:ext>
            </a:extLst>
          </p:cNvPr>
          <p:cNvSpPr>
            <a:spLocks xmlns:a="http://schemas.openxmlformats.org/drawingml/2006/main" noGrp="1"/>
          </p:cNvSpPr>
          <p:nvPr/>
        </p:nvSpPr>
        <p:spPr>
          <a:xfrm xmlns:a="http://schemas.openxmlformats.org/drawingml/2006/main">
            <a:off x="762000" y="4524375"/>
            <a:ext cx="10668000" cy="19050"/>
          </a:xfrm>
          <a:prstGeom xmlns:a="http://schemas.openxmlformats.org/drawingml/2006/main" prst="rect">
            <a:avLst/>
          </a:prstGeom>
          <a:solidFill xmlns:a="http://schemas.openxmlformats.org/drawingml/2006/main">
            <a:srgbClr val="17211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0B170A7-934B-4557-B36B-BFD0BF3C659E}"/>
              </a:ext>
            </a:extLst>
          </p:cNvPr>
          <p:cNvSpPr>
            <a:spLocks xmlns:a="http://schemas.openxmlformats.org/drawingml/2006/main" noGrp="1"/>
          </p:cNvSpPr>
          <p:nvPr/>
        </p:nvSpPr>
        <p:spPr>
          <a:xfrm xmlns:a="http://schemas.openxmlformats.org/drawingml/2006/main">
            <a:off x="762000" y="4752975"/>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17211F"/>
                </a:solidFill>
              </a:defRPr>
            </a:defPPr>
            <a:lvl1pPr algn="l">
              <a:buNone/>
              <a:defRPr sz="1650" b="1">
                <a:solidFill>
                  <a:srgbClr val="17211F"/>
                </a:solidFill>
              </a:defRPr>
            </a:lvl1pPr>
            <a:lvl2pPr algn="l">
              <a:buNone/>
              <a:defRPr sz="1650" b="1">
                <a:solidFill>
                  <a:srgbClr val="17211F"/>
                </a:solidFill>
              </a:defRPr>
            </a:lvl2pPr>
            <a:lvl3pPr algn="l">
              <a:buNone/>
              <a:defRPr sz="1650" b="1">
                <a:solidFill>
                  <a:srgbClr val="17211F"/>
                </a:solidFill>
              </a:defRPr>
            </a:lvl3pPr>
            <a:lvl4pPr algn="l">
              <a:buNone/>
              <a:defRPr sz="1650" b="1">
                <a:solidFill>
                  <a:srgbClr val="17211F"/>
                </a:solidFill>
              </a:defRPr>
            </a:lvl4pPr>
            <a:lvl5pPr algn="l">
              <a:buNone/>
              <a:defRPr sz="1650" b="1">
                <a:solidFill>
                  <a:srgbClr val="17211F"/>
                </a:solidFill>
              </a:defRPr>
            </a:lvl5pPr>
            <a:lvl6pPr algn="l">
              <a:buNone/>
              <a:defRPr sz="1650" b="1">
                <a:solidFill>
                  <a:srgbClr val="17211F"/>
                </a:solidFill>
              </a:defRPr>
            </a:lvl6pPr>
            <a:lvl7pPr algn="l">
              <a:buNone/>
              <a:defRPr sz="1650" b="1">
                <a:solidFill>
                  <a:srgbClr val="17211F"/>
                </a:solidFill>
              </a:defRPr>
            </a:lvl7pPr>
            <a:lvl8pPr algn="l">
              <a:buNone/>
              <a:defRPr sz="1650" b="1">
                <a:solidFill>
                  <a:srgbClr val="17211F"/>
                </a:solidFill>
              </a:defRPr>
            </a:lvl8pPr>
            <a:lvl9pPr algn="l">
              <a:buNone/>
              <a:defRPr sz="1650" b="1">
                <a:solidFill>
                  <a:srgbClr val="17211F"/>
                </a:solidFill>
              </a:defRPr>
            </a:lvl9pPr>
          </a:lstStyle>
          <a:p xmlns:a="http://schemas.openxmlformats.org/drawingml/2006/main">
            <a:pPr algn="l">
              <a:buNone/>
              <a:defRPr sz="1650" b="1">
                <a:solidFill>
                  <a:srgbClr val="17211F"/>
                </a:solidFill>
              </a:defRPr>
            </a:pPr>
            <a:r>
              <a:rPr sz="1650" b="1">
                <a:solidFill>
                  <a:srgbClr val="17211F"/>
                </a:solidFill>
              </a:rPr>
              <a:t>For mid-sized manufacturers with slow factory updates and long customer inquiry chains.</a:t>
            </a:r>
          </a:p>
        </p:txBody>
      </p:sp>
      <p:sp>
        <p:nvSpPr>
          <p:cNvPr id="16" name="">
            <a:extLst xmlns:a="http://schemas.openxmlformats.org/drawingml/2006/main">
              <a:ext uri="{FF2B5EF4-FFF2-40B4-BE49-F238E27FC236}">
                <a16:creationId xmlns:a16="http://schemas.microsoft.com/office/drawing/2014/main" id="{6F8072A7-2275-4D00-93B4-C9F6AD152D6B}"/>
              </a:ext>
            </a:extLst>
          </p:cNvPr>
          <p:cNvSpPr>
            <a:spLocks xmlns:a="http://schemas.openxmlformats.org/drawingml/2006/main" noGrp="1"/>
          </p:cNvSpPr>
          <p:nvPr/>
        </p:nvSpPr>
        <p:spPr>
          <a:xfrm xmlns:a="http://schemas.openxmlformats.org/drawingml/2006/main">
            <a:off x="762000" y="5219700"/>
            <a:ext cx="1047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D95C3D"/>
                </a:solidFill>
              </a:defRPr>
            </a:defPPr>
            <a:lvl1pPr algn="l">
              <a:buNone/>
              <a:defRPr sz="1575" b="1">
                <a:solidFill>
                  <a:srgbClr val="D95C3D"/>
                </a:solidFill>
              </a:defRPr>
            </a:lvl1pPr>
            <a:lvl2pPr algn="l">
              <a:buNone/>
              <a:defRPr sz="1575" b="1">
                <a:solidFill>
                  <a:srgbClr val="D95C3D"/>
                </a:solidFill>
              </a:defRPr>
            </a:lvl2pPr>
            <a:lvl3pPr algn="l">
              <a:buNone/>
              <a:defRPr sz="1575" b="1">
                <a:solidFill>
                  <a:srgbClr val="D95C3D"/>
                </a:solidFill>
              </a:defRPr>
            </a:lvl3pPr>
            <a:lvl4pPr algn="l">
              <a:buNone/>
              <a:defRPr sz="1575" b="1">
                <a:solidFill>
                  <a:srgbClr val="D95C3D"/>
                </a:solidFill>
              </a:defRPr>
            </a:lvl4pPr>
            <a:lvl5pPr algn="l">
              <a:buNone/>
              <a:defRPr sz="1575" b="1">
                <a:solidFill>
                  <a:srgbClr val="D95C3D"/>
                </a:solidFill>
              </a:defRPr>
            </a:lvl5pPr>
            <a:lvl6pPr algn="l">
              <a:buNone/>
              <a:defRPr sz="1575" b="1">
                <a:solidFill>
                  <a:srgbClr val="D95C3D"/>
                </a:solidFill>
              </a:defRPr>
            </a:lvl6pPr>
            <a:lvl7pPr algn="l">
              <a:buNone/>
              <a:defRPr sz="1575" b="1">
                <a:solidFill>
                  <a:srgbClr val="D95C3D"/>
                </a:solidFill>
              </a:defRPr>
            </a:lvl7pPr>
            <a:lvl8pPr algn="l">
              <a:buNone/>
              <a:defRPr sz="1575" b="1">
                <a:solidFill>
                  <a:srgbClr val="D95C3D"/>
                </a:solidFill>
              </a:defRPr>
            </a:lvl8pPr>
            <a:lvl9pPr algn="l">
              <a:buNone/>
              <a:defRPr sz="1575" b="1">
                <a:solidFill>
                  <a:srgbClr val="D95C3D"/>
                </a:solidFill>
              </a:defRPr>
            </a:lvl9pPr>
          </a:lstStyle>
          <a:p xmlns:a="http://schemas.openxmlformats.org/drawingml/2006/main">
            <a:pPr algn="l">
              <a:buNone/>
              <a:defRPr sz="1575" b="1">
                <a:solidFill>
                  <a:srgbClr val="D95C3D"/>
                </a:solidFill>
              </a:defRPr>
            </a:pPr>
            <a:r>
              <a:rPr sz="1575" b="1">
                <a:solidFill>
                  <a:srgbClr val="D95C3D"/>
                </a:solidFill>
              </a:rPr>
              <a:t>Team: Debug The World</a:t>
            </a:r>
          </a:p>
        </p:txBody>
      </p:sp>
      <p:sp>
        <p:nvSpPr>
          <p:cNvPr id="17" name="">
            <a:extLst xmlns:a="http://schemas.openxmlformats.org/drawingml/2006/main">
              <a:ext uri="{FF2B5EF4-FFF2-40B4-BE49-F238E27FC236}">
                <a16:creationId xmlns:a16="http://schemas.microsoft.com/office/drawing/2014/main" id="{999F8965-AFB6-4EF3-99CB-320F1CDC5FD6}"/>
              </a:ext>
            </a:extLst>
          </p:cNvPr>
          <p:cNvSpPr>
            <a:spLocks xmlns:a="http://schemas.openxmlformats.org/drawingml/2006/main" noGrp="1"/>
          </p:cNvSpPr>
          <p:nvPr/>
        </p:nvSpPr>
        <p:spPr>
          <a:xfrm xmlns:a="http://schemas.openxmlformats.org/drawingml/2006/main">
            <a:off x="762000" y="5619750"/>
            <a:ext cx="1047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597A65"/>
                </a:solidFill>
              </a:defRPr>
            </a:defPPr>
            <a:lvl1pPr algn="l">
              <a:buNone/>
              <a:defRPr sz="1350" b="1">
                <a:solidFill>
                  <a:srgbClr val="597A65"/>
                </a:solidFill>
              </a:defRPr>
            </a:lvl1pPr>
            <a:lvl2pPr algn="l">
              <a:buNone/>
              <a:defRPr sz="1350" b="1">
                <a:solidFill>
                  <a:srgbClr val="597A65"/>
                </a:solidFill>
              </a:defRPr>
            </a:lvl2pPr>
            <a:lvl3pPr algn="l">
              <a:buNone/>
              <a:defRPr sz="1350" b="1">
                <a:solidFill>
                  <a:srgbClr val="597A65"/>
                </a:solidFill>
              </a:defRPr>
            </a:lvl3pPr>
            <a:lvl4pPr algn="l">
              <a:buNone/>
              <a:defRPr sz="1350" b="1">
                <a:solidFill>
                  <a:srgbClr val="597A65"/>
                </a:solidFill>
              </a:defRPr>
            </a:lvl4pPr>
            <a:lvl5pPr algn="l">
              <a:buNone/>
              <a:defRPr sz="1350" b="1">
                <a:solidFill>
                  <a:srgbClr val="597A65"/>
                </a:solidFill>
              </a:defRPr>
            </a:lvl5pPr>
            <a:lvl6pPr algn="l">
              <a:buNone/>
              <a:defRPr sz="1350" b="1">
                <a:solidFill>
                  <a:srgbClr val="597A65"/>
                </a:solidFill>
              </a:defRPr>
            </a:lvl6pPr>
            <a:lvl7pPr algn="l">
              <a:buNone/>
              <a:defRPr sz="1350" b="1">
                <a:solidFill>
                  <a:srgbClr val="597A65"/>
                </a:solidFill>
              </a:defRPr>
            </a:lvl7pPr>
            <a:lvl8pPr algn="l">
              <a:buNone/>
              <a:defRPr sz="1350" b="1">
                <a:solidFill>
                  <a:srgbClr val="597A65"/>
                </a:solidFill>
              </a:defRPr>
            </a:lvl8pPr>
            <a:lvl9pPr algn="l">
              <a:buNone/>
              <a:defRPr sz="1350" b="1">
                <a:solidFill>
                  <a:srgbClr val="597A65"/>
                </a:solidFill>
              </a:defRPr>
            </a:lvl9pPr>
          </a:lstStyle>
          <a:p xmlns:a="http://schemas.openxmlformats.org/drawingml/2006/main">
            <a:pPr algn="l">
              <a:buNone/>
              <a:defRPr sz="1350" b="1">
                <a:solidFill>
                  <a:srgbClr val="597A65"/>
                </a:solidFill>
              </a:defRPr>
            </a:pPr>
            <a:r>
              <a:rPr sz="1350" b="1">
                <a:solidFill>
                  <a:srgbClr val="597A65"/>
                </a:solidFill>
              </a:rPr>
              <a:t>From “Where is my order?” to a status customers can check for themselves.</a:t>
            </a:r>
          </a:p>
        </p:txBody>
      </p:sp>
    </p:spTree>
    <p:extLst>
      <p:ext uri="{BB962C8B-B14F-4D97-AF65-F5344CB8AC3E}">
        <p14:creationId xmlns:p14="http://schemas.microsoft.com/office/powerpoint/2010/main" val="1043642685"/>
      </p:ext>
    </p:extLst>
  </p:cSld>
</p:sld>
</file>

<file path=ppt/slides/slide2.xml><?xml version="1.0" encoding="utf-8"?>
<p:sld xmlns:p="http://schemas.openxmlformats.org/presentationml/2006/main">
  <p:cSld>
    <p:bg>
      <p:bgPr>
        <a:solidFill xmlns:a="http://schemas.openxmlformats.org/drawingml/2006/main">
          <a:srgbClr val="F3F0E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280BE56-3AC1-4B31-BB49-0841B69D6358}"/>
              </a:ext>
            </a:extLst>
          </p:cNvPr>
          <p:cNvSpPr>
            <a:spLocks xmlns:a="http://schemas.openxmlformats.org/drawingml/2006/main" noGrp="1"/>
          </p:cNvSpPr>
          <p:nvPr/>
        </p:nvSpPr>
        <p:spPr>
          <a:xfrm xmlns:a="http://schemas.openxmlformats.org/drawingml/2006/main">
            <a:off x="0" y="0"/>
            <a:ext cx="12192000" cy="495300"/>
          </a:xfrm>
          <a:prstGeom xmlns:a="http://schemas.openxmlformats.org/drawingml/2006/main" prst="rect">
            <a:avLst/>
          </a:prstGeom>
          <a:solidFill xmlns:a="http://schemas.openxmlformats.org/drawingml/2006/main">
            <a:srgbClr val="1721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4959019-7846-4214-BE8B-2E2744F5ACA2}"/>
              </a:ext>
            </a:extLst>
          </p:cNvPr>
          <p:cNvSpPr>
            <a:spLocks xmlns:a="http://schemas.openxmlformats.org/drawingml/2006/main" noGrp="1"/>
          </p:cNvSpPr>
          <p:nvPr/>
        </p:nvSpPr>
        <p:spPr>
          <a:xfrm xmlns:a="http://schemas.openxmlformats.org/drawingml/2006/main">
            <a:off x="304800" y="114300"/>
            <a:ext cx="247650" cy="257175"/>
          </a:xfrm>
          <a:prstGeom xmlns:a="http://schemas.openxmlformats.org/drawingml/2006/main" prst="roundRect">
            <a:avLst>
              <a:gd name="adj" fmla="val 30769"/>
            </a:avLst>
          </a:prstGeom>
          <a:solidFill xmlns:a="http://schemas.openxmlformats.org/drawingml/2006/main">
            <a:srgbClr val="D95C3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3DCA0E1-7C3F-4773-A269-72395D731CEB}"/>
              </a:ext>
            </a:extLst>
          </p:cNvPr>
          <p:cNvSpPr>
            <a:spLocks xmlns:a="http://schemas.openxmlformats.org/drawingml/2006/main" noGrp="1"/>
          </p:cNvSpPr>
          <p:nvPr/>
        </p:nvSpPr>
        <p:spPr>
          <a:xfrm xmlns:a="http://schemas.openxmlformats.org/drawingml/2006/main">
            <a:off x="304800" y="104775"/>
            <a:ext cx="247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1">
                <a:solidFill>
                  <a:srgbClr val="FFFFFF"/>
                </a:solidFill>
              </a:defRPr>
            </a:defPPr>
            <a:lvl1pPr algn="ctr">
              <a:buNone/>
              <a:defRPr sz="1275" b="1">
                <a:solidFill>
                  <a:srgbClr val="FFFFFF"/>
                </a:solidFill>
              </a:defRPr>
            </a:lvl1pPr>
            <a:lvl2pPr algn="ctr">
              <a:buNone/>
              <a:defRPr sz="1275" b="1">
                <a:solidFill>
                  <a:srgbClr val="FFFFFF"/>
                </a:solidFill>
              </a:defRPr>
            </a:lvl2pPr>
            <a:lvl3pPr algn="ctr">
              <a:buNone/>
              <a:defRPr sz="1275" b="1">
                <a:solidFill>
                  <a:srgbClr val="FFFFFF"/>
                </a:solidFill>
              </a:defRPr>
            </a:lvl3pPr>
            <a:lvl4pPr algn="ctr">
              <a:buNone/>
              <a:defRPr sz="1275" b="1">
                <a:solidFill>
                  <a:srgbClr val="FFFFFF"/>
                </a:solidFill>
              </a:defRPr>
            </a:lvl4pPr>
            <a:lvl5pPr algn="ctr">
              <a:buNone/>
              <a:defRPr sz="1275" b="1">
                <a:solidFill>
                  <a:srgbClr val="FFFFFF"/>
                </a:solidFill>
              </a:defRPr>
            </a:lvl5pPr>
            <a:lvl6pPr algn="ctr">
              <a:buNone/>
              <a:defRPr sz="1275" b="1">
                <a:solidFill>
                  <a:srgbClr val="FFFFFF"/>
                </a:solidFill>
              </a:defRPr>
            </a:lvl6pPr>
            <a:lvl7pPr algn="ctr">
              <a:buNone/>
              <a:defRPr sz="1275" b="1">
                <a:solidFill>
                  <a:srgbClr val="FFFFFF"/>
                </a:solidFill>
              </a:defRPr>
            </a:lvl7pPr>
            <a:lvl8pPr algn="ctr">
              <a:buNone/>
              <a:defRPr sz="1275" b="1">
                <a:solidFill>
                  <a:srgbClr val="FFFFFF"/>
                </a:solidFill>
              </a:defRPr>
            </a:lvl8pPr>
            <a:lvl9pPr algn="ctr">
              <a:buNone/>
              <a:defRPr sz="1275" b="1">
                <a:solidFill>
                  <a:srgbClr val="FFFFFF"/>
                </a:solidFill>
              </a:defRPr>
            </a:lvl9pPr>
          </a:lstStyle>
          <a:p xmlns:a="http://schemas.openxmlformats.org/drawingml/2006/main">
            <a:pPr algn="ctr">
              <a:buNone/>
              <a:defRPr sz="1275" b="1">
                <a:solidFill>
                  <a:srgbClr val="FFFFFF"/>
                </a:solidFill>
              </a:defRPr>
            </a:pPr>
            <a:r>
              <a:rPr sz="1275" b="1">
                <a:solidFill>
                  <a:srgbClr val="FFFFFF"/>
                </a:solidFill>
              </a:rPr>
              <a:t>F</a:t>
            </a:r>
          </a:p>
        </p:txBody>
      </p:sp>
      <p:sp>
        <p:nvSpPr>
          <p:cNvPr id="4" name="">
            <a:extLst xmlns:a="http://schemas.openxmlformats.org/drawingml/2006/main">
              <a:ext uri="{FF2B5EF4-FFF2-40B4-BE49-F238E27FC236}">
                <a16:creationId xmlns:a16="http://schemas.microsoft.com/office/drawing/2014/main" id="{AF38E5A2-188B-4D90-83D1-3FCA7B44342F}"/>
              </a:ext>
            </a:extLst>
          </p:cNvPr>
          <p:cNvSpPr>
            <a:spLocks xmlns:a="http://schemas.openxmlformats.org/drawingml/2006/main" noGrp="1"/>
          </p:cNvSpPr>
          <p:nvPr/>
        </p:nvSpPr>
        <p:spPr>
          <a:xfrm xmlns:a="http://schemas.openxmlformats.org/drawingml/2006/main">
            <a:off x="676275" y="95250"/>
            <a:ext cx="1714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FFFFFF"/>
                </a:solidFill>
              </a:defRPr>
            </a:defPPr>
            <a:lvl1pPr algn="l">
              <a:buNone/>
              <a:defRPr sz="1425" b="1">
                <a:solidFill>
                  <a:srgbClr val="FFFFFF"/>
                </a:solidFill>
              </a:defRPr>
            </a:lvl1pPr>
            <a:lvl2pPr algn="l">
              <a:buNone/>
              <a:defRPr sz="1425" b="1">
                <a:solidFill>
                  <a:srgbClr val="FFFFFF"/>
                </a:solidFill>
              </a:defRPr>
            </a:lvl2pPr>
            <a:lvl3pPr algn="l">
              <a:buNone/>
              <a:defRPr sz="1425" b="1">
                <a:solidFill>
                  <a:srgbClr val="FFFFFF"/>
                </a:solidFill>
              </a:defRPr>
            </a:lvl3pPr>
            <a:lvl4pPr algn="l">
              <a:buNone/>
              <a:defRPr sz="1425" b="1">
                <a:solidFill>
                  <a:srgbClr val="FFFFFF"/>
                </a:solidFill>
              </a:defRPr>
            </a:lvl4pPr>
            <a:lvl5pPr algn="l">
              <a:buNone/>
              <a:defRPr sz="1425" b="1">
                <a:solidFill>
                  <a:srgbClr val="FFFFFF"/>
                </a:solidFill>
              </a:defRPr>
            </a:lvl5pPr>
            <a:lvl6pPr algn="l">
              <a:buNone/>
              <a:defRPr sz="1425" b="1">
                <a:solidFill>
                  <a:srgbClr val="FFFFFF"/>
                </a:solidFill>
              </a:defRPr>
            </a:lvl6pPr>
            <a:lvl7pPr algn="l">
              <a:buNone/>
              <a:defRPr sz="1425" b="1">
                <a:solidFill>
                  <a:srgbClr val="FFFFFF"/>
                </a:solidFill>
              </a:defRPr>
            </a:lvl7pPr>
            <a:lvl8pPr algn="l">
              <a:buNone/>
              <a:defRPr sz="1425" b="1">
                <a:solidFill>
                  <a:srgbClr val="FFFFFF"/>
                </a:solidFill>
              </a:defRPr>
            </a:lvl8pPr>
            <a:lvl9pPr algn="l">
              <a:buNone/>
              <a:defRPr sz="1425" b="1">
                <a:solidFill>
                  <a:srgbClr val="FFFFFF"/>
                </a:solidFill>
              </a:defRPr>
            </a:lvl9pPr>
          </a:lstStyle>
          <a:p xmlns:a="http://schemas.openxmlformats.org/drawingml/2006/main">
            <a:pPr algn="l">
              <a:buNone/>
              <a:defRPr sz="1425" b="1">
                <a:solidFill>
                  <a:srgbClr val="FFFFFF"/>
                </a:solidFill>
              </a:defRPr>
            </a:pPr>
            <a:r>
              <a:rPr sz="1425" b="1">
                <a:solidFill>
                  <a:srgbClr val="FFFFFF"/>
                </a:solidFill>
              </a:rPr>
              <a:t>ForgeFlow</a:t>
            </a:r>
          </a:p>
        </p:txBody>
      </p:sp>
      <p:sp>
        <p:nvSpPr>
          <p:cNvPr id="5" name="">
            <a:extLst xmlns:a="http://schemas.openxmlformats.org/drawingml/2006/main">
              <a:ext uri="{FF2B5EF4-FFF2-40B4-BE49-F238E27FC236}">
                <a16:creationId xmlns:a16="http://schemas.microsoft.com/office/drawing/2014/main" id="{19C99484-FFF5-490E-9824-73B273FC238E}"/>
              </a:ext>
            </a:extLst>
          </p:cNvPr>
          <p:cNvSpPr>
            <a:spLocks xmlns:a="http://schemas.openxmlformats.org/drawingml/2006/main" noGrp="1"/>
          </p:cNvSpPr>
          <p:nvPr/>
        </p:nvSpPr>
        <p:spPr>
          <a:xfrm xmlns:a="http://schemas.openxmlformats.org/drawingml/2006/main">
            <a:off x="8953500" y="104775"/>
            <a:ext cx="2714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DFE5DF"/>
                </a:solidFill>
              </a:defRPr>
            </a:defPPr>
            <a:lvl1pPr algn="r">
              <a:buNone/>
              <a:defRPr sz="975" b="1">
                <a:solidFill>
                  <a:srgbClr val="DFE5DF"/>
                </a:solidFill>
              </a:defRPr>
            </a:lvl1pPr>
            <a:lvl2pPr algn="r">
              <a:buNone/>
              <a:defRPr sz="975" b="1">
                <a:solidFill>
                  <a:srgbClr val="DFE5DF"/>
                </a:solidFill>
              </a:defRPr>
            </a:lvl2pPr>
            <a:lvl3pPr algn="r">
              <a:buNone/>
              <a:defRPr sz="975" b="1">
                <a:solidFill>
                  <a:srgbClr val="DFE5DF"/>
                </a:solidFill>
              </a:defRPr>
            </a:lvl3pPr>
            <a:lvl4pPr algn="r">
              <a:buNone/>
              <a:defRPr sz="975" b="1">
                <a:solidFill>
                  <a:srgbClr val="DFE5DF"/>
                </a:solidFill>
              </a:defRPr>
            </a:lvl4pPr>
            <a:lvl5pPr algn="r">
              <a:buNone/>
              <a:defRPr sz="975" b="1">
                <a:solidFill>
                  <a:srgbClr val="DFE5DF"/>
                </a:solidFill>
              </a:defRPr>
            </a:lvl5pPr>
            <a:lvl6pPr algn="r">
              <a:buNone/>
              <a:defRPr sz="975" b="1">
                <a:solidFill>
                  <a:srgbClr val="DFE5DF"/>
                </a:solidFill>
              </a:defRPr>
            </a:lvl6pPr>
            <a:lvl7pPr algn="r">
              <a:buNone/>
              <a:defRPr sz="975" b="1">
                <a:solidFill>
                  <a:srgbClr val="DFE5DF"/>
                </a:solidFill>
              </a:defRPr>
            </a:lvl7pPr>
            <a:lvl8pPr algn="r">
              <a:buNone/>
              <a:defRPr sz="975" b="1">
                <a:solidFill>
                  <a:srgbClr val="DFE5DF"/>
                </a:solidFill>
              </a:defRPr>
            </a:lvl8pPr>
            <a:lvl9pPr algn="r">
              <a:buNone/>
              <a:defRPr sz="975" b="1">
                <a:solidFill>
                  <a:srgbClr val="DFE5DF"/>
                </a:solidFill>
              </a:defRPr>
            </a:lvl9pPr>
          </a:lstStyle>
          <a:p xmlns:a="http://schemas.openxmlformats.org/drawingml/2006/main">
            <a:pPr algn="r">
              <a:buNone/>
              <a:defRPr sz="975" b="1">
                <a:solidFill>
                  <a:srgbClr val="DFE5DF"/>
                </a:solidFill>
              </a:defRPr>
            </a:pPr>
            <a:r>
              <a:rPr sz="975" b="1">
                <a:solidFill>
                  <a:srgbClr val="DFE5DF"/>
                </a:solidFill>
              </a:rPr>
              <a:t>SDC HACKATHON 2026</a:t>
            </a:r>
          </a:p>
        </p:txBody>
      </p:sp>
      <p:sp>
        <p:nvSpPr>
          <p:cNvPr id="6" name="">
            <a:extLst xmlns:a="http://schemas.openxmlformats.org/drawingml/2006/main">
              <a:ext uri="{FF2B5EF4-FFF2-40B4-BE49-F238E27FC236}">
                <a16:creationId xmlns:a16="http://schemas.microsoft.com/office/drawing/2014/main" id="{F33C5FAF-96AD-453E-8E56-7B1C3D6FCFD0}"/>
              </a:ext>
            </a:extLst>
          </p:cNvPr>
          <p:cNvSpPr>
            <a:spLocks xmlns:a="http://schemas.openxmlformats.org/drawingml/2006/main" noGrp="1"/>
          </p:cNvSpPr>
          <p:nvPr/>
        </p:nvSpPr>
        <p:spPr>
          <a:xfrm xmlns:a="http://schemas.openxmlformats.org/drawingml/2006/main">
            <a:off x="666750" y="7048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D95C3D"/>
                </a:solidFill>
              </a:defRPr>
            </a:defPPr>
            <a:lvl1pPr algn="l">
              <a:buNone/>
              <a:defRPr sz="975" b="1">
                <a:solidFill>
                  <a:srgbClr val="D95C3D"/>
                </a:solidFill>
              </a:defRPr>
            </a:lvl1pPr>
            <a:lvl2pPr algn="l">
              <a:buNone/>
              <a:defRPr sz="975" b="1">
                <a:solidFill>
                  <a:srgbClr val="D95C3D"/>
                </a:solidFill>
              </a:defRPr>
            </a:lvl2pPr>
            <a:lvl3pPr algn="l">
              <a:buNone/>
              <a:defRPr sz="975" b="1">
                <a:solidFill>
                  <a:srgbClr val="D95C3D"/>
                </a:solidFill>
              </a:defRPr>
            </a:lvl3pPr>
            <a:lvl4pPr algn="l">
              <a:buNone/>
              <a:defRPr sz="975" b="1">
                <a:solidFill>
                  <a:srgbClr val="D95C3D"/>
                </a:solidFill>
              </a:defRPr>
            </a:lvl4pPr>
            <a:lvl5pPr algn="l">
              <a:buNone/>
              <a:defRPr sz="975" b="1">
                <a:solidFill>
                  <a:srgbClr val="D95C3D"/>
                </a:solidFill>
              </a:defRPr>
            </a:lvl5pPr>
            <a:lvl6pPr algn="l">
              <a:buNone/>
              <a:defRPr sz="975" b="1">
                <a:solidFill>
                  <a:srgbClr val="D95C3D"/>
                </a:solidFill>
              </a:defRPr>
            </a:lvl6pPr>
            <a:lvl7pPr algn="l">
              <a:buNone/>
              <a:defRPr sz="975" b="1">
                <a:solidFill>
                  <a:srgbClr val="D95C3D"/>
                </a:solidFill>
              </a:defRPr>
            </a:lvl7pPr>
            <a:lvl8pPr algn="l">
              <a:buNone/>
              <a:defRPr sz="975" b="1">
                <a:solidFill>
                  <a:srgbClr val="D95C3D"/>
                </a:solidFill>
              </a:defRPr>
            </a:lvl8pPr>
            <a:lvl9pPr algn="l">
              <a:buNone/>
              <a:defRPr sz="975" b="1">
                <a:solidFill>
                  <a:srgbClr val="D95C3D"/>
                </a:solidFill>
              </a:defRPr>
            </a:lvl9pPr>
          </a:lstStyle>
          <a:p xmlns:a="http://schemas.openxmlformats.org/drawingml/2006/main">
            <a:pPr algn="l">
              <a:buNone/>
              <a:defRPr sz="975" b="1">
                <a:solidFill>
                  <a:srgbClr val="D95C3D"/>
                </a:solidFill>
              </a:defRPr>
            </a:pPr>
            <a:r>
              <a:rPr sz="975" b="1">
                <a:solidFill>
                  <a:srgbClr val="D95C3D"/>
                </a:solidFill>
              </a:rPr>
              <a:t>01 · THE BUSINESS PROBLEM</a:t>
            </a:r>
          </a:p>
        </p:txBody>
      </p:sp>
      <p:sp>
        <p:nvSpPr>
          <p:cNvPr id="7" name="">
            <a:extLst xmlns:a="http://schemas.openxmlformats.org/drawingml/2006/main">
              <a:ext uri="{FF2B5EF4-FFF2-40B4-BE49-F238E27FC236}">
                <a16:creationId xmlns:a16="http://schemas.microsoft.com/office/drawing/2014/main" id="{DB724E6F-0E4E-4489-853B-CF1A70135C1C}"/>
              </a:ext>
            </a:extLst>
          </p:cNvPr>
          <p:cNvSpPr>
            <a:spLocks xmlns:a="http://schemas.openxmlformats.org/drawingml/2006/main" noGrp="1"/>
          </p:cNvSpPr>
          <p:nvPr/>
        </p:nvSpPr>
        <p:spPr>
          <a:xfrm xmlns:a="http://schemas.openxmlformats.org/drawingml/2006/main">
            <a:off x="647700" y="1000125"/>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17211F"/>
                </a:solidFill>
              </a:defRPr>
            </a:defPPr>
            <a:lvl1pPr algn="l">
              <a:buNone/>
              <a:defRPr sz="2550" b="1">
                <a:solidFill>
                  <a:srgbClr val="17211F"/>
                </a:solidFill>
              </a:defRPr>
            </a:lvl1pPr>
            <a:lvl2pPr algn="l">
              <a:buNone/>
              <a:defRPr sz="2550" b="1">
                <a:solidFill>
                  <a:srgbClr val="17211F"/>
                </a:solidFill>
              </a:defRPr>
            </a:lvl2pPr>
            <a:lvl3pPr algn="l">
              <a:buNone/>
              <a:defRPr sz="2550" b="1">
                <a:solidFill>
                  <a:srgbClr val="17211F"/>
                </a:solidFill>
              </a:defRPr>
            </a:lvl3pPr>
            <a:lvl4pPr algn="l">
              <a:buNone/>
              <a:defRPr sz="2550" b="1">
                <a:solidFill>
                  <a:srgbClr val="17211F"/>
                </a:solidFill>
              </a:defRPr>
            </a:lvl4pPr>
            <a:lvl5pPr algn="l">
              <a:buNone/>
              <a:defRPr sz="2550" b="1">
                <a:solidFill>
                  <a:srgbClr val="17211F"/>
                </a:solidFill>
              </a:defRPr>
            </a:lvl5pPr>
            <a:lvl6pPr algn="l">
              <a:buNone/>
              <a:defRPr sz="2550" b="1">
                <a:solidFill>
                  <a:srgbClr val="17211F"/>
                </a:solidFill>
              </a:defRPr>
            </a:lvl6pPr>
            <a:lvl7pPr algn="l">
              <a:buNone/>
              <a:defRPr sz="2550" b="1">
                <a:solidFill>
                  <a:srgbClr val="17211F"/>
                </a:solidFill>
              </a:defRPr>
            </a:lvl7pPr>
            <a:lvl8pPr algn="l">
              <a:buNone/>
              <a:defRPr sz="2550" b="1">
                <a:solidFill>
                  <a:srgbClr val="17211F"/>
                </a:solidFill>
              </a:defRPr>
            </a:lvl8pPr>
            <a:lvl9pPr algn="l">
              <a:buNone/>
              <a:defRPr sz="2550" b="1">
                <a:solidFill>
                  <a:srgbClr val="17211F"/>
                </a:solidFill>
              </a:defRPr>
            </a:lvl9pPr>
          </a:lstStyle>
          <a:p xmlns:a="http://schemas.openxmlformats.org/drawingml/2006/main">
            <a:pPr algn="l">
              <a:buNone/>
              <a:defRPr sz="2550" b="1">
                <a:solidFill>
                  <a:srgbClr val="17211F"/>
                </a:solidFill>
              </a:defRPr>
            </a:pPr>
            <a:r>
              <a:rPr sz="2550" b="1">
                <a:solidFill>
                  <a:srgbClr val="17211F"/>
                </a:solidFill>
              </a:rPr>
              <a:t>When a product fails, finding the batch and the cause takes too much effort</a:t>
            </a:r>
          </a:p>
        </p:txBody>
      </p:sp>
      <p:sp>
        <p:nvSpPr>
          <p:cNvPr id="8" name="">
            <a:extLst xmlns:a="http://schemas.openxmlformats.org/drawingml/2006/main">
              <a:ext uri="{FF2B5EF4-FFF2-40B4-BE49-F238E27FC236}">
                <a16:creationId xmlns:a16="http://schemas.microsoft.com/office/drawing/2014/main" id="{E9B7AE5E-5385-4538-9B09-F91E7547A264}"/>
              </a:ext>
            </a:extLst>
          </p:cNvPr>
          <p:cNvSpPr>
            <a:spLocks xmlns:a="http://schemas.openxmlformats.org/drawingml/2006/main" noGrp="1"/>
          </p:cNvSpPr>
          <p:nvPr/>
        </p:nvSpPr>
        <p:spPr>
          <a:xfrm xmlns:a="http://schemas.openxmlformats.org/drawingml/2006/main">
            <a:off x="666750" y="1562100"/>
            <a:ext cx="10715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96560"/>
                </a:solidFill>
              </a:defRPr>
            </a:defPPr>
            <a:lvl1pPr algn="l">
              <a:buNone/>
              <a:defRPr sz="1275" b="0">
                <a:solidFill>
                  <a:srgbClr val="596560"/>
                </a:solidFill>
              </a:defRPr>
            </a:lvl1pPr>
            <a:lvl2pPr algn="l">
              <a:buNone/>
              <a:defRPr sz="1275" b="0">
                <a:solidFill>
                  <a:srgbClr val="596560"/>
                </a:solidFill>
              </a:defRPr>
            </a:lvl2pPr>
            <a:lvl3pPr algn="l">
              <a:buNone/>
              <a:defRPr sz="1275" b="0">
                <a:solidFill>
                  <a:srgbClr val="596560"/>
                </a:solidFill>
              </a:defRPr>
            </a:lvl3pPr>
            <a:lvl4pPr algn="l">
              <a:buNone/>
              <a:defRPr sz="1275" b="0">
                <a:solidFill>
                  <a:srgbClr val="596560"/>
                </a:solidFill>
              </a:defRPr>
            </a:lvl4pPr>
            <a:lvl5pPr algn="l">
              <a:buNone/>
              <a:defRPr sz="1275" b="0">
                <a:solidFill>
                  <a:srgbClr val="596560"/>
                </a:solidFill>
              </a:defRPr>
            </a:lvl5pPr>
            <a:lvl6pPr algn="l">
              <a:buNone/>
              <a:defRPr sz="1275" b="0">
                <a:solidFill>
                  <a:srgbClr val="596560"/>
                </a:solidFill>
              </a:defRPr>
            </a:lvl6pPr>
            <a:lvl7pPr algn="l">
              <a:buNone/>
              <a:defRPr sz="1275" b="0">
                <a:solidFill>
                  <a:srgbClr val="596560"/>
                </a:solidFill>
              </a:defRPr>
            </a:lvl7pPr>
            <a:lvl8pPr algn="l">
              <a:buNone/>
              <a:defRPr sz="1275" b="0">
                <a:solidFill>
                  <a:srgbClr val="596560"/>
                </a:solidFill>
              </a:defRPr>
            </a:lvl8pPr>
            <a:lvl9pPr algn="l">
              <a:buNone/>
              <a:defRPr sz="1275" b="0">
                <a:solidFill>
                  <a:srgbClr val="596560"/>
                </a:solidFill>
              </a:defRPr>
            </a:lvl9pPr>
          </a:lstStyle>
          <a:p xmlns:a="http://schemas.openxmlformats.org/drawingml/2006/main">
            <a:pPr algn="l">
              <a:buNone/>
              <a:defRPr sz="1275" b="0">
                <a:solidFill>
                  <a:srgbClr val="596560"/>
                </a:solidFill>
              </a:defRPr>
            </a:pPr>
            <a:r>
              <a:rPr sz="1275" b="0">
                <a:solidFill>
                  <a:srgbClr val="596560"/>
                </a:solidFill>
              </a:rPr>
              <a:t>A specific operational pain: updates are slow, records are scattered, and answers travel through several people.</a:t>
            </a:r>
          </a:p>
        </p:txBody>
      </p:sp>
      <p:sp>
        <p:nvSpPr>
          <p:cNvPr id="9" name="">
            <a:extLst xmlns:a="http://schemas.openxmlformats.org/drawingml/2006/main">
              <a:ext uri="{FF2B5EF4-FFF2-40B4-BE49-F238E27FC236}">
                <a16:creationId xmlns:a16="http://schemas.microsoft.com/office/drawing/2014/main" id="{2C830ABF-3D2D-4689-92AA-E387D29F0476}"/>
              </a:ext>
            </a:extLst>
          </p:cNvPr>
          <p:cNvSpPr>
            <a:spLocks xmlns:a="http://schemas.openxmlformats.org/drawingml/2006/main" noGrp="1"/>
          </p:cNvSpPr>
          <p:nvPr/>
        </p:nvSpPr>
        <p:spPr>
          <a:xfrm xmlns:a="http://schemas.openxmlformats.org/drawingml/2006/main">
            <a:off x="666750" y="6477000"/>
            <a:ext cx="10858500" cy="9525"/>
          </a:xfrm>
          <a:prstGeom xmlns:a="http://schemas.openxmlformats.org/drawingml/2006/main" prst="rect">
            <a:avLst/>
          </a:prstGeom>
          <a:solidFill xmlns:a="http://schemas.openxmlformats.org/drawingml/2006/main">
            <a:srgbClr val="D8D3C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451E592-B9BC-447E-B4AD-9F3895DA8028}"/>
              </a:ext>
            </a:extLst>
          </p:cNvPr>
          <p:cNvSpPr>
            <a:spLocks xmlns:a="http://schemas.openxmlformats.org/drawingml/2006/main" noGrp="1"/>
          </p:cNvSpPr>
          <p:nvPr/>
        </p:nvSpPr>
        <p:spPr>
          <a:xfrm xmlns:a="http://schemas.openxmlformats.org/drawingml/2006/main">
            <a:off x="666750" y="651510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96560"/>
                </a:solidFill>
              </a:defRPr>
            </a:defPPr>
            <a:lvl1pPr algn="l">
              <a:buNone/>
              <a:defRPr sz="1125" b="1">
                <a:solidFill>
                  <a:srgbClr val="596560"/>
                </a:solidFill>
              </a:defRPr>
            </a:lvl1pPr>
            <a:lvl2pPr algn="l">
              <a:buNone/>
              <a:defRPr sz="1125" b="1">
                <a:solidFill>
                  <a:srgbClr val="596560"/>
                </a:solidFill>
              </a:defRPr>
            </a:lvl2pPr>
            <a:lvl3pPr algn="l">
              <a:buNone/>
              <a:defRPr sz="1125" b="1">
                <a:solidFill>
                  <a:srgbClr val="596560"/>
                </a:solidFill>
              </a:defRPr>
            </a:lvl3pPr>
            <a:lvl4pPr algn="l">
              <a:buNone/>
              <a:defRPr sz="1125" b="1">
                <a:solidFill>
                  <a:srgbClr val="596560"/>
                </a:solidFill>
              </a:defRPr>
            </a:lvl4pPr>
            <a:lvl5pPr algn="l">
              <a:buNone/>
              <a:defRPr sz="1125" b="1">
                <a:solidFill>
                  <a:srgbClr val="596560"/>
                </a:solidFill>
              </a:defRPr>
            </a:lvl5pPr>
            <a:lvl6pPr algn="l">
              <a:buNone/>
              <a:defRPr sz="1125" b="1">
                <a:solidFill>
                  <a:srgbClr val="596560"/>
                </a:solidFill>
              </a:defRPr>
            </a:lvl6pPr>
            <a:lvl7pPr algn="l">
              <a:buNone/>
              <a:defRPr sz="1125" b="1">
                <a:solidFill>
                  <a:srgbClr val="596560"/>
                </a:solidFill>
              </a:defRPr>
            </a:lvl7pPr>
            <a:lvl8pPr algn="l">
              <a:buNone/>
              <a:defRPr sz="1125" b="1">
                <a:solidFill>
                  <a:srgbClr val="596560"/>
                </a:solidFill>
              </a:defRPr>
            </a:lvl8pPr>
            <a:lvl9pPr algn="l">
              <a:buNone/>
              <a:defRPr sz="1125" b="1">
                <a:solidFill>
                  <a:srgbClr val="596560"/>
                </a:solidFill>
              </a:defRPr>
            </a:lvl9pPr>
          </a:lstStyle>
          <a:p xmlns:a="http://schemas.openxmlformats.org/drawingml/2006/main">
            <a:pPr algn="l">
              <a:buNone/>
              <a:defRPr sz="1125" b="1">
                <a:solidFill>
                  <a:srgbClr val="596560"/>
                </a:solidFill>
              </a:defRPr>
            </a:pPr>
            <a:r>
              <a:rPr sz="1125" b="1">
                <a:solidFill>
                  <a:srgbClr val="596560"/>
                </a:solidFill>
              </a:rPr>
              <a:t>Team: Debug The World</a:t>
            </a:r>
          </a:p>
        </p:txBody>
      </p:sp>
      <p:sp>
        <p:nvSpPr>
          <p:cNvPr id="11" name="">
            <a:extLst xmlns:a="http://schemas.openxmlformats.org/drawingml/2006/main">
              <a:ext uri="{FF2B5EF4-FFF2-40B4-BE49-F238E27FC236}">
                <a16:creationId xmlns:a16="http://schemas.microsoft.com/office/drawing/2014/main" id="{A6E4E509-298E-492F-B5D8-26424433D58D}"/>
              </a:ext>
            </a:extLst>
          </p:cNvPr>
          <p:cNvSpPr>
            <a:spLocks xmlns:a="http://schemas.openxmlformats.org/drawingml/2006/main" noGrp="1"/>
          </p:cNvSpPr>
          <p:nvPr/>
        </p:nvSpPr>
        <p:spPr>
          <a:xfrm xmlns:a="http://schemas.openxmlformats.org/drawingml/2006/main">
            <a:off x="11163300" y="6543675"/>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1">
                <a:solidFill>
                  <a:srgbClr val="596560"/>
                </a:solidFill>
              </a:defRPr>
            </a:defPPr>
            <a:lvl1pPr algn="r">
              <a:buNone/>
              <a:defRPr sz="900" b="1">
                <a:solidFill>
                  <a:srgbClr val="596560"/>
                </a:solidFill>
              </a:defRPr>
            </a:lvl1pPr>
            <a:lvl2pPr algn="r">
              <a:buNone/>
              <a:defRPr sz="900" b="1">
                <a:solidFill>
                  <a:srgbClr val="596560"/>
                </a:solidFill>
              </a:defRPr>
            </a:lvl2pPr>
            <a:lvl3pPr algn="r">
              <a:buNone/>
              <a:defRPr sz="900" b="1">
                <a:solidFill>
                  <a:srgbClr val="596560"/>
                </a:solidFill>
              </a:defRPr>
            </a:lvl3pPr>
            <a:lvl4pPr algn="r">
              <a:buNone/>
              <a:defRPr sz="900" b="1">
                <a:solidFill>
                  <a:srgbClr val="596560"/>
                </a:solidFill>
              </a:defRPr>
            </a:lvl4pPr>
            <a:lvl5pPr algn="r">
              <a:buNone/>
              <a:defRPr sz="900" b="1">
                <a:solidFill>
                  <a:srgbClr val="596560"/>
                </a:solidFill>
              </a:defRPr>
            </a:lvl5pPr>
            <a:lvl6pPr algn="r">
              <a:buNone/>
              <a:defRPr sz="900" b="1">
                <a:solidFill>
                  <a:srgbClr val="596560"/>
                </a:solidFill>
              </a:defRPr>
            </a:lvl6pPr>
            <a:lvl7pPr algn="r">
              <a:buNone/>
              <a:defRPr sz="900" b="1">
                <a:solidFill>
                  <a:srgbClr val="596560"/>
                </a:solidFill>
              </a:defRPr>
            </a:lvl7pPr>
            <a:lvl8pPr algn="r">
              <a:buNone/>
              <a:defRPr sz="900" b="1">
                <a:solidFill>
                  <a:srgbClr val="596560"/>
                </a:solidFill>
              </a:defRPr>
            </a:lvl8pPr>
            <a:lvl9pPr algn="r">
              <a:buNone/>
              <a:defRPr sz="900" b="1">
                <a:solidFill>
                  <a:srgbClr val="596560"/>
                </a:solidFill>
              </a:defRPr>
            </a:lvl9pPr>
          </a:lstStyle>
          <a:p xmlns:a="http://schemas.openxmlformats.org/drawingml/2006/main">
            <a:pPr algn="r">
              <a:buNone/>
              <a:defRPr sz="900" b="1">
                <a:solidFill>
                  <a:srgbClr val="596560"/>
                </a:solidFill>
              </a:defRPr>
            </a:pPr>
            <a:r>
              <a:rPr sz="900" b="1">
                <a:solidFill>
                  <a:srgbClr val="596560"/>
                </a:solidFill>
              </a:rPr>
              <a:t>02</a:t>
            </a:r>
          </a:p>
        </p:txBody>
      </p:sp>
      <p:sp>
        <p:nvSpPr>
          <p:cNvPr id="12" name="">
            <a:extLst xmlns:a="http://schemas.openxmlformats.org/drawingml/2006/main">
              <a:ext uri="{FF2B5EF4-FFF2-40B4-BE49-F238E27FC236}">
                <a16:creationId xmlns:a16="http://schemas.microsoft.com/office/drawing/2014/main" id="{98184156-51D0-468A-A589-8E468F317C35}"/>
              </a:ext>
            </a:extLst>
          </p:cNvPr>
          <p:cNvSpPr>
            <a:spLocks xmlns:a="http://schemas.openxmlformats.org/drawingml/2006/main" noGrp="1"/>
          </p:cNvSpPr>
          <p:nvPr/>
        </p:nvSpPr>
        <p:spPr>
          <a:xfrm xmlns:a="http://schemas.openxmlformats.org/drawingml/2006/main">
            <a:off x="723900" y="2228850"/>
            <a:ext cx="381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D95C3D"/>
                </a:solidFill>
              </a:defRPr>
            </a:defPPr>
            <a:lvl1pPr algn="l">
              <a:buNone/>
              <a:defRPr sz="1725" b="1">
                <a:solidFill>
                  <a:srgbClr val="D95C3D"/>
                </a:solidFill>
              </a:defRPr>
            </a:lvl1pPr>
            <a:lvl2pPr algn="l">
              <a:buNone/>
              <a:defRPr sz="1725" b="1">
                <a:solidFill>
                  <a:srgbClr val="D95C3D"/>
                </a:solidFill>
              </a:defRPr>
            </a:lvl2pPr>
            <a:lvl3pPr algn="l">
              <a:buNone/>
              <a:defRPr sz="1725" b="1">
                <a:solidFill>
                  <a:srgbClr val="D95C3D"/>
                </a:solidFill>
              </a:defRPr>
            </a:lvl3pPr>
            <a:lvl4pPr algn="l">
              <a:buNone/>
              <a:defRPr sz="1725" b="1">
                <a:solidFill>
                  <a:srgbClr val="D95C3D"/>
                </a:solidFill>
              </a:defRPr>
            </a:lvl4pPr>
            <a:lvl5pPr algn="l">
              <a:buNone/>
              <a:defRPr sz="1725" b="1">
                <a:solidFill>
                  <a:srgbClr val="D95C3D"/>
                </a:solidFill>
              </a:defRPr>
            </a:lvl5pPr>
            <a:lvl6pPr algn="l">
              <a:buNone/>
              <a:defRPr sz="1725" b="1">
                <a:solidFill>
                  <a:srgbClr val="D95C3D"/>
                </a:solidFill>
              </a:defRPr>
            </a:lvl6pPr>
            <a:lvl7pPr algn="l">
              <a:buNone/>
              <a:defRPr sz="1725" b="1">
                <a:solidFill>
                  <a:srgbClr val="D95C3D"/>
                </a:solidFill>
              </a:defRPr>
            </a:lvl7pPr>
            <a:lvl8pPr algn="l">
              <a:buNone/>
              <a:defRPr sz="1725" b="1">
                <a:solidFill>
                  <a:srgbClr val="D95C3D"/>
                </a:solidFill>
              </a:defRPr>
            </a:lvl8pPr>
            <a:lvl9pPr algn="l">
              <a:buNone/>
              <a:defRPr sz="1725" b="1">
                <a:solidFill>
                  <a:srgbClr val="D95C3D"/>
                </a:solidFill>
              </a:defRPr>
            </a:lvl9pPr>
          </a:lstStyle>
          <a:p xmlns:a="http://schemas.openxmlformats.org/drawingml/2006/main">
            <a:pPr algn="l">
              <a:buNone/>
              <a:defRPr sz="1725" b="1">
                <a:solidFill>
                  <a:srgbClr val="D95C3D"/>
                </a:solidFill>
              </a:defRPr>
            </a:pPr>
            <a:r>
              <a:rPr sz="1725" b="1">
                <a:solidFill>
                  <a:srgbClr val="D95C3D"/>
                </a:solidFill>
              </a:rPr>
              <a:t>Not just “low efficiency”</a:t>
            </a:r>
          </a:p>
        </p:txBody>
      </p:sp>
      <p:sp>
        <p:nvSpPr>
          <p:cNvPr id="13" name="">
            <a:extLst xmlns:a="http://schemas.openxmlformats.org/drawingml/2006/main">
              <a:ext uri="{FF2B5EF4-FFF2-40B4-BE49-F238E27FC236}">
                <a16:creationId xmlns:a16="http://schemas.microsoft.com/office/drawing/2014/main" id="{62344321-1AB0-4373-B9C9-CAD6B471E294}"/>
              </a:ext>
            </a:extLst>
          </p:cNvPr>
          <p:cNvSpPr>
            <a:spLocks xmlns:a="http://schemas.openxmlformats.org/drawingml/2006/main" noGrp="1"/>
          </p:cNvSpPr>
          <p:nvPr/>
        </p:nvSpPr>
        <p:spPr>
          <a:xfrm xmlns:a="http://schemas.openxmlformats.org/drawingml/2006/main">
            <a:off x="742950" y="2724150"/>
            <a:ext cx="4048125" cy="1743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17211F"/>
                </a:solidFill>
              </a:defRPr>
            </a:defPPr>
            <a:lvl1pPr algn="l">
              <a:buNone/>
              <a:defRPr sz="1650" b="1">
                <a:solidFill>
                  <a:srgbClr val="17211F"/>
                </a:solidFill>
              </a:defRPr>
            </a:lvl1pPr>
            <a:lvl2pPr algn="l">
              <a:buNone/>
              <a:defRPr sz="1650" b="1">
                <a:solidFill>
                  <a:srgbClr val="17211F"/>
                </a:solidFill>
              </a:defRPr>
            </a:lvl2pPr>
            <a:lvl3pPr algn="l">
              <a:buNone/>
              <a:defRPr sz="1650" b="1">
                <a:solidFill>
                  <a:srgbClr val="17211F"/>
                </a:solidFill>
              </a:defRPr>
            </a:lvl3pPr>
            <a:lvl4pPr algn="l">
              <a:buNone/>
              <a:defRPr sz="1650" b="1">
                <a:solidFill>
                  <a:srgbClr val="17211F"/>
                </a:solidFill>
              </a:defRPr>
            </a:lvl4pPr>
            <a:lvl5pPr algn="l">
              <a:buNone/>
              <a:defRPr sz="1650" b="1">
                <a:solidFill>
                  <a:srgbClr val="17211F"/>
                </a:solidFill>
              </a:defRPr>
            </a:lvl5pPr>
            <a:lvl6pPr algn="l">
              <a:buNone/>
              <a:defRPr sz="1650" b="1">
                <a:solidFill>
                  <a:srgbClr val="17211F"/>
                </a:solidFill>
              </a:defRPr>
            </a:lvl6pPr>
            <a:lvl7pPr algn="l">
              <a:buNone/>
              <a:defRPr sz="1650" b="1">
                <a:solidFill>
                  <a:srgbClr val="17211F"/>
                </a:solidFill>
              </a:defRPr>
            </a:lvl7pPr>
            <a:lvl8pPr algn="l">
              <a:buNone/>
              <a:defRPr sz="1650" b="1">
                <a:solidFill>
                  <a:srgbClr val="17211F"/>
                </a:solidFill>
              </a:defRPr>
            </a:lvl8pPr>
            <a:lvl9pPr algn="l">
              <a:buNone/>
              <a:defRPr sz="1650" b="1">
                <a:solidFill>
                  <a:srgbClr val="17211F"/>
                </a:solidFill>
              </a:defRPr>
            </a:lvl9pPr>
          </a:lstStyle>
          <a:p xmlns:a="http://schemas.openxmlformats.org/drawingml/2006/main">
            <a:pPr algn="l">
              <a:buNone/>
              <a:defRPr sz="1650" b="1">
                <a:solidFill>
                  <a:srgbClr val="17211F"/>
                </a:solidFill>
              </a:defRPr>
            </a:pPr>
            <a:r>
              <a:rPr sz="1650" b="1">
                <a:solidFill>
                  <a:srgbClr val="17211F"/>
                </a:solidFill>
              </a:rPr>
              <a:t>A batch is held at inspection:</a:t>
            </a:r>
          </a:p>
          <a:p xmlns:a="http://schemas.openxmlformats.org/drawingml/2006/main">
            <a:pPr algn="l">
              <a:buNone/>
              <a:defRPr sz="1650" b="1">
                <a:solidFill>
                  <a:srgbClr val="17211F"/>
                </a:solidFill>
              </a:defRPr>
            </a:pPr>
            <a:r>
              <a:rPr sz="1650" b="1">
                <a:solidFill>
                  <a:srgbClr val="17211F"/>
                </a:solidFill>
              </a:rPr>
              <a:t>Which stage found the issue?</a:t>
            </a:r>
          </a:p>
          <a:p xmlns:a="http://schemas.openxmlformats.org/drawingml/2006/main">
            <a:pPr algn="l">
              <a:buNone/>
              <a:defRPr sz="1650" b="1">
                <a:solidFill>
                  <a:srgbClr val="17211F"/>
                </a:solidFill>
              </a:defRPr>
            </a:pPr>
            <a:r>
              <a:rPr sz="1650" b="1">
                <a:solidFill>
                  <a:srgbClr val="17211F"/>
                </a:solidFill>
              </a:rPr>
              <a:t>How far out was the measurement?</a:t>
            </a:r>
          </a:p>
          <a:p xmlns:a="http://schemas.openxmlformats.org/drawingml/2006/main">
            <a:pPr algn="l">
              <a:buNone/>
              <a:defRPr sz="1650" b="1">
                <a:solidFill>
                  <a:srgbClr val="17211F"/>
                </a:solidFill>
              </a:defRPr>
            </a:pPr>
            <a:r>
              <a:rPr sz="1650" b="1">
                <a:solidFill>
                  <a:srgbClr val="17211F"/>
                </a:solidFill>
              </a:rPr>
              <a:t>Who recorded it, and when?</a:t>
            </a:r>
          </a:p>
          <a:p xmlns:a="http://schemas.openxmlformats.org/drawingml/2006/main">
            <a:pPr algn="l">
              <a:buNone/>
              <a:defRPr sz="1650" b="1">
                <a:solidFill>
                  <a:srgbClr val="17211F"/>
                </a:solidFill>
              </a:defRPr>
            </a:pPr>
            <a:r>
              <a:rPr sz="1650" b="1">
                <a:solidFill>
                  <a:srgbClr val="17211F"/>
                </a:solidFill>
              </a:rPr>
              <a:t>What must happen before release?</a:t>
            </a:r>
          </a:p>
        </p:txBody>
      </p:sp>
      <p:sp>
        <p:nvSpPr>
          <p:cNvPr id="14" name="">
            <a:extLst xmlns:a="http://schemas.openxmlformats.org/drawingml/2006/main">
              <a:ext uri="{FF2B5EF4-FFF2-40B4-BE49-F238E27FC236}">
                <a16:creationId xmlns:a16="http://schemas.microsoft.com/office/drawing/2014/main" id="{19A1DE1C-CDB8-4B96-A3E3-CEB57C46D470}"/>
              </a:ext>
            </a:extLst>
          </p:cNvPr>
          <p:cNvSpPr>
            <a:spLocks xmlns:a="http://schemas.openxmlformats.org/drawingml/2006/main" noGrp="1"/>
          </p:cNvSpPr>
          <p:nvPr/>
        </p:nvSpPr>
        <p:spPr>
          <a:xfrm xmlns:a="http://schemas.openxmlformats.org/drawingml/2006/main">
            <a:off x="742950" y="4629150"/>
            <a:ext cx="4000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96560"/>
                </a:solidFill>
              </a:defRPr>
            </a:defPPr>
            <a:lvl1pPr algn="l">
              <a:buNone/>
              <a:defRPr sz="1275" b="0">
                <a:solidFill>
                  <a:srgbClr val="596560"/>
                </a:solidFill>
              </a:defRPr>
            </a:lvl1pPr>
            <a:lvl2pPr algn="l">
              <a:buNone/>
              <a:defRPr sz="1275" b="0">
                <a:solidFill>
                  <a:srgbClr val="596560"/>
                </a:solidFill>
              </a:defRPr>
            </a:lvl2pPr>
            <a:lvl3pPr algn="l">
              <a:buNone/>
              <a:defRPr sz="1275" b="0">
                <a:solidFill>
                  <a:srgbClr val="596560"/>
                </a:solidFill>
              </a:defRPr>
            </a:lvl3pPr>
            <a:lvl4pPr algn="l">
              <a:buNone/>
              <a:defRPr sz="1275" b="0">
                <a:solidFill>
                  <a:srgbClr val="596560"/>
                </a:solidFill>
              </a:defRPr>
            </a:lvl4pPr>
            <a:lvl5pPr algn="l">
              <a:buNone/>
              <a:defRPr sz="1275" b="0">
                <a:solidFill>
                  <a:srgbClr val="596560"/>
                </a:solidFill>
              </a:defRPr>
            </a:lvl5pPr>
            <a:lvl6pPr algn="l">
              <a:buNone/>
              <a:defRPr sz="1275" b="0">
                <a:solidFill>
                  <a:srgbClr val="596560"/>
                </a:solidFill>
              </a:defRPr>
            </a:lvl6pPr>
            <a:lvl7pPr algn="l">
              <a:buNone/>
              <a:defRPr sz="1275" b="0">
                <a:solidFill>
                  <a:srgbClr val="596560"/>
                </a:solidFill>
              </a:defRPr>
            </a:lvl7pPr>
            <a:lvl8pPr algn="l">
              <a:buNone/>
              <a:defRPr sz="1275" b="0">
                <a:solidFill>
                  <a:srgbClr val="596560"/>
                </a:solidFill>
              </a:defRPr>
            </a:lvl8pPr>
            <a:lvl9pPr algn="l">
              <a:buNone/>
              <a:defRPr sz="1275" b="0">
                <a:solidFill>
                  <a:srgbClr val="596560"/>
                </a:solidFill>
              </a:defRPr>
            </a:lvl9pPr>
          </a:lstStyle>
          <a:p xmlns:a="http://schemas.openxmlformats.org/drawingml/2006/main">
            <a:pPr algn="l">
              <a:buNone/>
              <a:defRPr sz="1275" b="0">
                <a:solidFill>
                  <a:srgbClr val="596560"/>
                </a:solidFill>
              </a:defRPr>
            </a:pPr>
            <a:r>
              <a:rPr sz="1275" b="0">
                <a:solidFill>
                  <a:srgbClr val="596560"/>
                </a:solidFill>
              </a:rPr>
              <a:t>When evidence lives in paper forms, spreadsheets and chats, sales and managers must ask around—and the customer waits.</a:t>
            </a:r>
          </a:p>
        </p:txBody>
      </p:sp>
      <p:pic>
        <p:nvPicPr>
          <p:cNvPr id="15" name="">
            <a:extLst xmlns:a="http://schemas.openxmlformats.org/drawingml/2006/main">
              <a:ext uri="{FF2B5EF4-FFF2-40B4-BE49-F238E27FC236}">
                <a16:creationId xmlns:a16="http://schemas.microsoft.com/office/drawing/2014/main" id="{21E01E44-7B53-4DA3-B21E-12AF91860FBE}"/>
              </a:ext>
            </a:extLst>
          </p:cNvPr>
          <p:cNvPicPr>
            <a:picLocks xmlns:a="http://schemas.openxmlformats.org/drawingml/2006/main" noChangeAspect="1"/>
          </p:cNvPicPr>
          <p:nvPr/>
        </p:nvPicPr>
        <p:blipFill>
          <a:blip xmlns:r="http://schemas.openxmlformats.org/officeDocument/2006/relationships" xmlns:a="http://schemas.openxmlformats.org/drawingml/2006/main" r:embed="R43033b52c94d4b6d"/>
          <a:stretch xmlns:a="http://schemas.openxmlformats.org/drawingml/2006/main"/>
        </p:blipFill>
        <p:spPr>
          <a:xfrm xmlns:a="http://schemas.openxmlformats.org/drawingml/2006/main">
            <a:off x="5143500" y="2135392"/>
            <a:ext cx="6334125" cy="2996790"/>
          </a:xfrm>
          <a:prstGeom xmlns:a="http://schemas.openxmlformats.org/drawingml/2006/main" prst="roundRect">
            <a:avLst>
              <a:gd name="adj" fmla="val 2540"/>
            </a:avLst>
          </a:prstGeom>
        </p:spPr>
      </p:pic>
      <p:sp>
        <p:nvSpPr>
          <p:cNvPr id="16" name="">
            <a:extLst xmlns:a="http://schemas.openxmlformats.org/drawingml/2006/main">
              <a:ext uri="{FF2B5EF4-FFF2-40B4-BE49-F238E27FC236}">
                <a16:creationId xmlns:a16="http://schemas.microsoft.com/office/drawing/2014/main" id="{1C1CB928-AECD-4B81-84D2-E711D5B57B96}"/>
              </a:ext>
            </a:extLst>
          </p:cNvPr>
          <p:cNvSpPr>
            <a:spLocks xmlns:a="http://schemas.openxmlformats.org/drawingml/2006/main" noGrp="1"/>
          </p:cNvSpPr>
          <p:nvPr/>
        </p:nvSpPr>
        <p:spPr>
          <a:xfrm xmlns:a="http://schemas.openxmlformats.org/drawingml/2006/main">
            <a:off x="5143500" y="2133600"/>
            <a:ext cx="6334125" cy="3000375"/>
          </a:xfrm>
          <a:prstGeom xmlns:a="http://schemas.openxmlformats.org/drawingml/2006/main" prst="rect">
            <a:avLst/>
          </a:prstGeom>
          <a:noFill xmlns:a="http://schemas.openxmlformats.org/drawingml/2006/main"/>
          <a:ln xmlns:a="http://schemas.openxmlformats.org/drawingml/2006/main" w="9525">
            <a:solidFill>
              <a:srgbClr val="D8D3CA"/>
            </a:solidFill>
            <a:prstDash val="solid"/>
          </a:ln>
        </p:spPr>
      </p:sp>
      <p:sp>
        <p:nvSpPr>
          <p:cNvPr id="17" name="">
            <a:extLst xmlns:a="http://schemas.openxmlformats.org/drawingml/2006/main">
              <a:ext uri="{FF2B5EF4-FFF2-40B4-BE49-F238E27FC236}">
                <a16:creationId xmlns:a16="http://schemas.microsoft.com/office/drawing/2014/main" id="{653F2BCD-7DFF-4883-90B7-EFE5203CCF87}"/>
              </a:ext>
            </a:extLst>
          </p:cNvPr>
          <p:cNvSpPr>
            <a:spLocks xmlns:a="http://schemas.openxmlformats.org/drawingml/2006/main" noGrp="1"/>
          </p:cNvSpPr>
          <p:nvPr/>
        </p:nvSpPr>
        <p:spPr>
          <a:xfrm xmlns:a="http://schemas.openxmlformats.org/drawingml/2006/main">
            <a:off x="5143500" y="5314950"/>
            <a:ext cx="3714750" cy="266700"/>
          </a:xfrm>
          <a:prstGeom xmlns:a="http://schemas.openxmlformats.org/drawingml/2006/main" prst="roundRect">
            <a:avLst>
              <a:gd name="adj" fmla="val 28571"/>
            </a:avLst>
          </a:prstGeom>
          <a:solidFill xmlns:a="http://schemas.openxmlformats.org/drawingml/2006/main">
            <a:srgbClr val="A9423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FD25153-DDEC-455A-8164-45EF00B7BCEC}"/>
              </a:ext>
            </a:extLst>
          </p:cNvPr>
          <p:cNvSpPr>
            <a:spLocks xmlns:a="http://schemas.openxmlformats.org/drawingml/2006/main" noGrp="1"/>
          </p:cNvSpPr>
          <p:nvPr/>
        </p:nvSpPr>
        <p:spPr>
          <a:xfrm xmlns:a="http://schemas.openxmlformats.org/drawingml/2006/main">
            <a:off x="5219700" y="5324475"/>
            <a:ext cx="3562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75" b="1">
                <a:solidFill>
                  <a:srgbClr val="FFFFFF"/>
                </a:solidFill>
              </a:defRPr>
            </a:defPPr>
            <a:lvl1pPr algn="ctr">
              <a:buNone/>
              <a:defRPr sz="975" b="1">
                <a:solidFill>
                  <a:srgbClr val="FFFFFF"/>
                </a:solidFill>
              </a:defRPr>
            </a:lvl1pPr>
            <a:lvl2pPr algn="ctr">
              <a:buNone/>
              <a:defRPr sz="975" b="1">
                <a:solidFill>
                  <a:srgbClr val="FFFFFF"/>
                </a:solidFill>
              </a:defRPr>
            </a:lvl2pPr>
            <a:lvl3pPr algn="ctr">
              <a:buNone/>
              <a:defRPr sz="975" b="1">
                <a:solidFill>
                  <a:srgbClr val="FFFFFF"/>
                </a:solidFill>
              </a:defRPr>
            </a:lvl3pPr>
            <a:lvl4pPr algn="ctr">
              <a:buNone/>
              <a:defRPr sz="975" b="1">
                <a:solidFill>
                  <a:srgbClr val="FFFFFF"/>
                </a:solidFill>
              </a:defRPr>
            </a:lvl4pPr>
            <a:lvl5pPr algn="ctr">
              <a:buNone/>
              <a:defRPr sz="975" b="1">
                <a:solidFill>
                  <a:srgbClr val="FFFFFF"/>
                </a:solidFill>
              </a:defRPr>
            </a:lvl5pPr>
            <a:lvl6pPr algn="ctr">
              <a:buNone/>
              <a:defRPr sz="975" b="1">
                <a:solidFill>
                  <a:srgbClr val="FFFFFF"/>
                </a:solidFill>
              </a:defRPr>
            </a:lvl6pPr>
            <a:lvl7pPr algn="ctr">
              <a:buNone/>
              <a:defRPr sz="975" b="1">
                <a:solidFill>
                  <a:srgbClr val="FFFFFF"/>
                </a:solidFill>
              </a:defRPr>
            </a:lvl7pPr>
            <a:lvl8pPr algn="ctr">
              <a:buNone/>
              <a:defRPr sz="975" b="1">
                <a:solidFill>
                  <a:srgbClr val="FFFFFF"/>
                </a:solidFill>
              </a:defRPr>
            </a:lvl8pPr>
            <a:lvl9pPr algn="ctr">
              <a:buNone/>
              <a:defRPr sz="975" b="1">
                <a:solidFill>
                  <a:srgbClr val="FFFFFF"/>
                </a:solidFill>
              </a:defRPr>
            </a:lvl9pPr>
          </a:lstStyle>
          <a:p xmlns:a="http://schemas.openxmlformats.org/drawingml/2006/main">
            <a:pPr algn="ctr">
              <a:buNone/>
              <a:defRPr sz="975" b="1">
                <a:solidFill>
                  <a:srgbClr val="FFFFFF"/>
                </a:solidFill>
              </a:defRPr>
            </a:pPr>
            <a:r>
              <a:rPr sz="975" b="1">
                <a:solidFill>
                  <a:srgbClr val="FFFFFF"/>
                </a:solidFill>
              </a:rPr>
              <a:t>Demo record: 0.8 mm vs. a 0.3 mm sample limit</a:t>
            </a:r>
          </a:p>
        </p:txBody>
      </p:sp>
      <p:sp>
        <p:nvSpPr>
          <p:cNvPr id="19" name="">
            <a:extLst xmlns:a="http://schemas.openxmlformats.org/drawingml/2006/main">
              <a:ext uri="{FF2B5EF4-FFF2-40B4-BE49-F238E27FC236}">
                <a16:creationId xmlns:a16="http://schemas.microsoft.com/office/drawing/2014/main" id="{813920A6-B28A-40F2-9B8E-1FCBC63D6D2A}"/>
              </a:ext>
            </a:extLst>
          </p:cNvPr>
          <p:cNvSpPr>
            <a:spLocks xmlns:a="http://schemas.openxmlformats.org/drawingml/2006/main" noGrp="1"/>
          </p:cNvSpPr>
          <p:nvPr/>
        </p:nvSpPr>
        <p:spPr>
          <a:xfrm xmlns:a="http://schemas.openxmlformats.org/drawingml/2006/main">
            <a:off x="742950" y="569595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596560"/>
                </a:solidFill>
              </a:defRPr>
            </a:defPPr>
            <a:lvl1pPr algn="l">
              <a:buNone/>
              <a:defRPr sz="1200" b="0">
                <a:solidFill>
                  <a:srgbClr val="596560"/>
                </a:solidFill>
              </a:defRPr>
            </a:lvl1pPr>
            <a:lvl2pPr algn="l">
              <a:buNone/>
              <a:defRPr sz="1200" b="0">
                <a:solidFill>
                  <a:srgbClr val="596560"/>
                </a:solidFill>
              </a:defRPr>
            </a:lvl2pPr>
            <a:lvl3pPr algn="l">
              <a:buNone/>
              <a:defRPr sz="1200" b="0">
                <a:solidFill>
                  <a:srgbClr val="596560"/>
                </a:solidFill>
              </a:defRPr>
            </a:lvl3pPr>
            <a:lvl4pPr algn="l">
              <a:buNone/>
              <a:defRPr sz="1200" b="0">
                <a:solidFill>
                  <a:srgbClr val="596560"/>
                </a:solidFill>
              </a:defRPr>
            </a:lvl4pPr>
            <a:lvl5pPr algn="l">
              <a:buNone/>
              <a:defRPr sz="1200" b="0">
                <a:solidFill>
                  <a:srgbClr val="596560"/>
                </a:solidFill>
              </a:defRPr>
            </a:lvl5pPr>
            <a:lvl6pPr algn="l">
              <a:buNone/>
              <a:defRPr sz="1200" b="0">
                <a:solidFill>
                  <a:srgbClr val="596560"/>
                </a:solidFill>
              </a:defRPr>
            </a:lvl6pPr>
            <a:lvl7pPr algn="l">
              <a:buNone/>
              <a:defRPr sz="1200" b="0">
                <a:solidFill>
                  <a:srgbClr val="596560"/>
                </a:solidFill>
              </a:defRPr>
            </a:lvl7pPr>
            <a:lvl8pPr algn="l">
              <a:buNone/>
              <a:defRPr sz="1200" b="0">
                <a:solidFill>
                  <a:srgbClr val="596560"/>
                </a:solidFill>
              </a:defRPr>
            </a:lvl8pPr>
            <a:lvl9pPr algn="l">
              <a:buNone/>
              <a:defRPr sz="1200" b="0">
                <a:solidFill>
                  <a:srgbClr val="596560"/>
                </a:solidFill>
              </a:defRPr>
            </a:lvl9pPr>
          </a:lstStyle>
          <a:p xmlns:a="http://schemas.openxmlformats.org/drawingml/2006/main">
            <a:pPr algn="l">
              <a:buNone/>
              <a:defRPr sz="1200" b="0">
                <a:solidFill>
                  <a:srgbClr val="596560"/>
                </a:solidFill>
              </a:defRPr>
            </a:pPr>
            <a:r>
              <a:rPr sz="1200" b="0">
                <a:solidFill>
                  <a:srgbClr val="596560"/>
                </a:solidFill>
              </a:rPr>
              <a:t>Sample data, not a real customer incident. The point: the issue, evidence and next action are together.</a:t>
            </a:r>
          </a:p>
        </p:txBody>
      </p:sp>
    </p:spTree>
    <p:extLst>
      <p:ext uri="{BB962C8B-B14F-4D97-AF65-F5344CB8AC3E}">
        <p14:creationId xmlns:p14="http://schemas.microsoft.com/office/powerpoint/2010/main" val="889476211"/>
      </p:ext>
    </p:extLst>
  </p:cSld>
</p:sld>
</file>

<file path=ppt/slides/slide3.xml><?xml version="1.0" encoding="utf-8"?>
<p:sld xmlns:p="http://schemas.openxmlformats.org/presentationml/2006/main">
  <p:cSld>
    <p:bg>
      <p:bgPr>
        <a:solidFill xmlns:a="http://schemas.openxmlformats.org/drawingml/2006/main">
          <a:srgbClr val="F3F0E9"/>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CE4C1003-C73A-426B-9B6E-328FDD94F889}"/>
              </a:ext>
            </a:extLst>
          </p:cNvPr>
          <p:cNvSpPr>
            <a:spLocks xmlns:a="http://schemas.openxmlformats.org/drawingml/2006/main" noGrp="1"/>
          </p:cNvSpPr>
          <p:nvPr/>
        </p:nvSpPr>
        <p:spPr>
          <a:xfrm xmlns:a="http://schemas.openxmlformats.org/drawingml/2006/main">
            <a:off x="0" y="0"/>
            <a:ext cx="12192000" cy="495300"/>
          </a:xfrm>
          <a:prstGeom xmlns:a="http://schemas.openxmlformats.org/drawingml/2006/main" prst="rect">
            <a:avLst/>
          </a:prstGeom>
          <a:solidFill xmlns:a="http://schemas.openxmlformats.org/drawingml/2006/main">
            <a:srgbClr val="1721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2BC0172-1313-40F8-BD35-F37646B5D4AA}"/>
              </a:ext>
            </a:extLst>
          </p:cNvPr>
          <p:cNvSpPr>
            <a:spLocks xmlns:a="http://schemas.openxmlformats.org/drawingml/2006/main" noGrp="1"/>
          </p:cNvSpPr>
          <p:nvPr/>
        </p:nvSpPr>
        <p:spPr>
          <a:xfrm xmlns:a="http://schemas.openxmlformats.org/drawingml/2006/main">
            <a:off x="304800" y="114300"/>
            <a:ext cx="247650" cy="257175"/>
          </a:xfrm>
          <a:prstGeom xmlns:a="http://schemas.openxmlformats.org/drawingml/2006/main" prst="roundRect">
            <a:avLst>
              <a:gd name="adj" fmla="val 30769"/>
            </a:avLst>
          </a:prstGeom>
          <a:solidFill xmlns:a="http://schemas.openxmlformats.org/drawingml/2006/main">
            <a:srgbClr val="D95C3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CF1F4F9-9045-4D35-8AD2-4A7029A4E1F3}"/>
              </a:ext>
            </a:extLst>
          </p:cNvPr>
          <p:cNvSpPr>
            <a:spLocks xmlns:a="http://schemas.openxmlformats.org/drawingml/2006/main" noGrp="1"/>
          </p:cNvSpPr>
          <p:nvPr/>
        </p:nvSpPr>
        <p:spPr>
          <a:xfrm xmlns:a="http://schemas.openxmlformats.org/drawingml/2006/main">
            <a:off x="304800" y="104775"/>
            <a:ext cx="247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1">
                <a:solidFill>
                  <a:srgbClr val="FFFFFF"/>
                </a:solidFill>
              </a:defRPr>
            </a:defPPr>
            <a:lvl1pPr algn="ctr">
              <a:buNone/>
              <a:defRPr sz="1275" b="1">
                <a:solidFill>
                  <a:srgbClr val="FFFFFF"/>
                </a:solidFill>
              </a:defRPr>
            </a:lvl1pPr>
            <a:lvl2pPr algn="ctr">
              <a:buNone/>
              <a:defRPr sz="1275" b="1">
                <a:solidFill>
                  <a:srgbClr val="FFFFFF"/>
                </a:solidFill>
              </a:defRPr>
            </a:lvl2pPr>
            <a:lvl3pPr algn="ctr">
              <a:buNone/>
              <a:defRPr sz="1275" b="1">
                <a:solidFill>
                  <a:srgbClr val="FFFFFF"/>
                </a:solidFill>
              </a:defRPr>
            </a:lvl3pPr>
            <a:lvl4pPr algn="ctr">
              <a:buNone/>
              <a:defRPr sz="1275" b="1">
                <a:solidFill>
                  <a:srgbClr val="FFFFFF"/>
                </a:solidFill>
              </a:defRPr>
            </a:lvl4pPr>
            <a:lvl5pPr algn="ctr">
              <a:buNone/>
              <a:defRPr sz="1275" b="1">
                <a:solidFill>
                  <a:srgbClr val="FFFFFF"/>
                </a:solidFill>
              </a:defRPr>
            </a:lvl5pPr>
            <a:lvl6pPr algn="ctr">
              <a:buNone/>
              <a:defRPr sz="1275" b="1">
                <a:solidFill>
                  <a:srgbClr val="FFFFFF"/>
                </a:solidFill>
              </a:defRPr>
            </a:lvl6pPr>
            <a:lvl7pPr algn="ctr">
              <a:buNone/>
              <a:defRPr sz="1275" b="1">
                <a:solidFill>
                  <a:srgbClr val="FFFFFF"/>
                </a:solidFill>
              </a:defRPr>
            </a:lvl7pPr>
            <a:lvl8pPr algn="ctr">
              <a:buNone/>
              <a:defRPr sz="1275" b="1">
                <a:solidFill>
                  <a:srgbClr val="FFFFFF"/>
                </a:solidFill>
              </a:defRPr>
            </a:lvl8pPr>
            <a:lvl9pPr algn="ctr">
              <a:buNone/>
              <a:defRPr sz="1275" b="1">
                <a:solidFill>
                  <a:srgbClr val="FFFFFF"/>
                </a:solidFill>
              </a:defRPr>
            </a:lvl9pPr>
          </a:lstStyle>
          <a:p xmlns:a="http://schemas.openxmlformats.org/drawingml/2006/main">
            <a:pPr algn="ctr">
              <a:buNone/>
              <a:defRPr sz="1275" b="1">
                <a:solidFill>
                  <a:srgbClr val="FFFFFF"/>
                </a:solidFill>
              </a:defRPr>
            </a:pPr>
            <a:r>
              <a:rPr sz="1275" b="1">
                <a:solidFill>
                  <a:srgbClr val="FFFFFF"/>
                </a:solidFill>
              </a:rPr>
              <a:t>F</a:t>
            </a:r>
          </a:p>
        </p:txBody>
      </p:sp>
      <p:sp>
        <p:nvSpPr>
          <p:cNvPr id="4" name="">
            <a:extLst xmlns:a="http://schemas.openxmlformats.org/drawingml/2006/main">
              <a:ext uri="{FF2B5EF4-FFF2-40B4-BE49-F238E27FC236}">
                <a16:creationId xmlns:a16="http://schemas.microsoft.com/office/drawing/2014/main" id="{A6AF175A-2903-42DE-80D4-985E7B9FDAA4}"/>
              </a:ext>
            </a:extLst>
          </p:cNvPr>
          <p:cNvSpPr>
            <a:spLocks xmlns:a="http://schemas.openxmlformats.org/drawingml/2006/main" noGrp="1"/>
          </p:cNvSpPr>
          <p:nvPr/>
        </p:nvSpPr>
        <p:spPr>
          <a:xfrm xmlns:a="http://schemas.openxmlformats.org/drawingml/2006/main">
            <a:off x="676275" y="95250"/>
            <a:ext cx="1714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FFFFFF"/>
                </a:solidFill>
              </a:defRPr>
            </a:defPPr>
            <a:lvl1pPr algn="l">
              <a:buNone/>
              <a:defRPr sz="1425" b="1">
                <a:solidFill>
                  <a:srgbClr val="FFFFFF"/>
                </a:solidFill>
              </a:defRPr>
            </a:lvl1pPr>
            <a:lvl2pPr algn="l">
              <a:buNone/>
              <a:defRPr sz="1425" b="1">
                <a:solidFill>
                  <a:srgbClr val="FFFFFF"/>
                </a:solidFill>
              </a:defRPr>
            </a:lvl2pPr>
            <a:lvl3pPr algn="l">
              <a:buNone/>
              <a:defRPr sz="1425" b="1">
                <a:solidFill>
                  <a:srgbClr val="FFFFFF"/>
                </a:solidFill>
              </a:defRPr>
            </a:lvl3pPr>
            <a:lvl4pPr algn="l">
              <a:buNone/>
              <a:defRPr sz="1425" b="1">
                <a:solidFill>
                  <a:srgbClr val="FFFFFF"/>
                </a:solidFill>
              </a:defRPr>
            </a:lvl4pPr>
            <a:lvl5pPr algn="l">
              <a:buNone/>
              <a:defRPr sz="1425" b="1">
                <a:solidFill>
                  <a:srgbClr val="FFFFFF"/>
                </a:solidFill>
              </a:defRPr>
            </a:lvl5pPr>
            <a:lvl6pPr algn="l">
              <a:buNone/>
              <a:defRPr sz="1425" b="1">
                <a:solidFill>
                  <a:srgbClr val="FFFFFF"/>
                </a:solidFill>
              </a:defRPr>
            </a:lvl6pPr>
            <a:lvl7pPr algn="l">
              <a:buNone/>
              <a:defRPr sz="1425" b="1">
                <a:solidFill>
                  <a:srgbClr val="FFFFFF"/>
                </a:solidFill>
              </a:defRPr>
            </a:lvl7pPr>
            <a:lvl8pPr algn="l">
              <a:buNone/>
              <a:defRPr sz="1425" b="1">
                <a:solidFill>
                  <a:srgbClr val="FFFFFF"/>
                </a:solidFill>
              </a:defRPr>
            </a:lvl8pPr>
            <a:lvl9pPr algn="l">
              <a:buNone/>
              <a:defRPr sz="1425" b="1">
                <a:solidFill>
                  <a:srgbClr val="FFFFFF"/>
                </a:solidFill>
              </a:defRPr>
            </a:lvl9pPr>
          </a:lstStyle>
          <a:p xmlns:a="http://schemas.openxmlformats.org/drawingml/2006/main">
            <a:pPr algn="l">
              <a:buNone/>
              <a:defRPr sz="1425" b="1">
                <a:solidFill>
                  <a:srgbClr val="FFFFFF"/>
                </a:solidFill>
              </a:defRPr>
            </a:pPr>
            <a:r>
              <a:rPr sz="1425" b="1">
                <a:solidFill>
                  <a:srgbClr val="FFFFFF"/>
                </a:solidFill>
              </a:rPr>
              <a:t>ForgeFlow</a:t>
            </a:r>
          </a:p>
        </p:txBody>
      </p:sp>
      <p:sp>
        <p:nvSpPr>
          <p:cNvPr id="5" name="">
            <a:extLst xmlns:a="http://schemas.openxmlformats.org/drawingml/2006/main">
              <a:ext uri="{FF2B5EF4-FFF2-40B4-BE49-F238E27FC236}">
                <a16:creationId xmlns:a16="http://schemas.microsoft.com/office/drawing/2014/main" id="{6B36F338-DE9F-43B6-85B8-E18E9096E1CA}"/>
              </a:ext>
            </a:extLst>
          </p:cNvPr>
          <p:cNvSpPr>
            <a:spLocks xmlns:a="http://schemas.openxmlformats.org/drawingml/2006/main" noGrp="1"/>
          </p:cNvSpPr>
          <p:nvPr/>
        </p:nvSpPr>
        <p:spPr>
          <a:xfrm xmlns:a="http://schemas.openxmlformats.org/drawingml/2006/main">
            <a:off x="8953500" y="104775"/>
            <a:ext cx="2714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DFE5DF"/>
                </a:solidFill>
              </a:defRPr>
            </a:defPPr>
            <a:lvl1pPr algn="r">
              <a:buNone/>
              <a:defRPr sz="975" b="1">
                <a:solidFill>
                  <a:srgbClr val="DFE5DF"/>
                </a:solidFill>
              </a:defRPr>
            </a:lvl1pPr>
            <a:lvl2pPr algn="r">
              <a:buNone/>
              <a:defRPr sz="975" b="1">
                <a:solidFill>
                  <a:srgbClr val="DFE5DF"/>
                </a:solidFill>
              </a:defRPr>
            </a:lvl2pPr>
            <a:lvl3pPr algn="r">
              <a:buNone/>
              <a:defRPr sz="975" b="1">
                <a:solidFill>
                  <a:srgbClr val="DFE5DF"/>
                </a:solidFill>
              </a:defRPr>
            </a:lvl3pPr>
            <a:lvl4pPr algn="r">
              <a:buNone/>
              <a:defRPr sz="975" b="1">
                <a:solidFill>
                  <a:srgbClr val="DFE5DF"/>
                </a:solidFill>
              </a:defRPr>
            </a:lvl4pPr>
            <a:lvl5pPr algn="r">
              <a:buNone/>
              <a:defRPr sz="975" b="1">
                <a:solidFill>
                  <a:srgbClr val="DFE5DF"/>
                </a:solidFill>
              </a:defRPr>
            </a:lvl5pPr>
            <a:lvl6pPr algn="r">
              <a:buNone/>
              <a:defRPr sz="975" b="1">
                <a:solidFill>
                  <a:srgbClr val="DFE5DF"/>
                </a:solidFill>
              </a:defRPr>
            </a:lvl6pPr>
            <a:lvl7pPr algn="r">
              <a:buNone/>
              <a:defRPr sz="975" b="1">
                <a:solidFill>
                  <a:srgbClr val="DFE5DF"/>
                </a:solidFill>
              </a:defRPr>
            </a:lvl7pPr>
            <a:lvl8pPr algn="r">
              <a:buNone/>
              <a:defRPr sz="975" b="1">
                <a:solidFill>
                  <a:srgbClr val="DFE5DF"/>
                </a:solidFill>
              </a:defRPr>
            </a:lvl8pPr>
            <a:lvl9pPr algn="r">
              <a:buNone/>
              <a:defRPr sz="975" b="1">
                <a:solidFill>
                  <a:srgbClr val="DFE5DF"/>
                </a:solidFill>
              </a:defRPr>
            </a:lvl9pPr>
          </a:lstStyle>
          <a:p xmlns:a="http://schemas.openxmlformats.org/drawingml/2006/main">
            <a:pPr algn="r">
              <a:buNone/>
              <a:defRPr sz="975" b="1">
                <a:solidFill>
                  <a:srgbClr val="DFE5DF"/>
                </a:solidFill>
              </a:defRPr>
            </a:pPr>
            <a:r>
              <a:rPr sz="975" b="1">
                <a:solidFill>
                  <a:srgbClr val="DFE5DF"/>
                </a:solidFill>
              </a:rPr>
              <a:t>SDC HACKATHON 2026</a:t>
            </a:r>
          </a:p>
        </p:txBody>
      </p:sp>
      <p:sp>
        <p:nvSpPr>
          <p:cNvPr id="6" name="">
            <a:extLst xmlns:a="http://schemas.openxmlformats.org/drawingml/2006/main">
              <a:ext uri="{FF2B5EF4-FFF2-40B4-BE49-F238E27FC236}">
                <a16:creationId xmlns:a16="http://schemas.microsoft.com/office/drawing/2014/main" id="{9032DF84-F7B5-4422-B625-D2861CE7F75F}"/>
              </a:ext>
            </a:extLst>
          </p:cNvPr>
          <p:cNvSpPr>
            <a:spLocks xmlns:a="http://schemas.openxmlformats.org/drawingml/2006/main" noGrp="1"/>
          </p:cNvSpPr>
          <p:nvPr/>
        </p:nvSpPr>
        <p:spPr>
          <a:xfrm xmlns:a="http://schemas.openxmlformats.org/drawingml/2006/main">
            <a:off x="666750" y="7048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D95C3D"/>
                </a:solidFill>
              </a:defRPr>
            </a:defPPr>
            <a:lvl1pPr algn="l">
              <a:buNone/>
              <a:defRPr sz="975" b="1">
                <a:solidFill>
                  <a:srgbClr val="D95C3D"/>
                </a:solidFill>
              </a:defRPr>
            </a:lvl1pPr>
            <a:lvl2pPr algn="l">
              <a:buNone/>
              <a:defRPr sz="975" b="1">
                <a:solidFill>
                  <a:srgbClr val="D95C3D"/>
                </a:solidFill>
              </a:defRPr>
            </a:lvl2pPr>
            <a:lvl3pPr algn="l">
              <a:buNone/>
              <a:defRPr sz="975" b="1">
                <a:solidFill>
                  <a:srgbClr val="D95C3D"/>
                </a:solidFill>
              </a:defRPr>
            </a:lvl3pPr>
            <a:lvl4pPr algn="l">
              <a:buNone/>
              <a:defRPr sz="975" b="1">
                <a:solidFill>
                  <a:srgbClr val="D95C3D"/>
                </a:solidFill>
              </a:defRPr>
            </a:lvl4pPr>
            <a:lvl5pPr algn="l">
              <a:buNone/>
              <a:defRPr sz="975" b="1">
                <a:solidFill>
                  <a:srgbClr val="D95C3D"/>
                </a:solidFill>
              </a:defRPr>
            </a:lvl5pPr>
            <a:lvl6pPr algn="l">
              <a:buNone/>
              <a:defRPr sz="975" b="1">
                <a:solidFill>
                  <a:srgbClr val="D95C3D"/>
                </a:solidFill>
              </a:defRPr>
            </a:lvl6pPr>
            <a:lvl7pPr algn="l">
              <a:buNone/>
              <a:defRPr sz="975" b="1">
                <a:solidFill>
                  <a:srgbClr val="D95C3D"/>
                </a:solidFill>
              </a:defRPr>
            </a:lvl7pPr>
            <a:lvl8pPr algn="l">
              <a:buNone/>
              <a:defRPr sz="975" b="1">
                <a:solidFill>
                  <a:srgbClr val="D95C3D"/>
                </a:solidFill>
              </a:defRPr>
            </a:lvl8pPr>
            <a:lvl9pPr algn="l">
              <a:buNone/>
              <a:defRPr sz="975" b="1">
                <a:solidFill>
                  <a:srgbClr val="D95C3D"/>
                </a:solidFill>
              </a:defRPr>
            </a:lvl9pPr>
          </a:lstStyle>
          <a:p xmlns:a="http://schemas.openxmlformats.org/drawingml/2006/main">
            <a:pPr algn="l">
              <a:buNone/>
              <a:defRPr sz="975" b="1">
                <a:solidFill>
                  <a:srgbClr val="D95C3D"/>
                </a:solidFill>
              </a:defRPr>
            </a:pPr>
            <a:r>
              <a:rPr sz="975" b="1">
                <a:solidFill>
                  <a:srgbClr val="D95C3D"/>
                </a:solidFill>
              </a:rPr>
              <a:t>WHO WE BUILD FOR</a:t>
            </a:r>
          </a:p>
        </p:txBody>
      </p:sp>
      <p:sp>
        <p:nvSpPr>
          <p:cNvPr id="7" name="">
            <a:extLst xmlns:a="http://schemas.openxmlformats.org/drawingml/2006/main">
              <a:ext uri="{FF2B5EF4-FFF2-40B4-BE49-F238E27FC236}">
                <a16:creationId xmlns:a16="http://schemas.microsoft.com/office/drawing/2014/main" id="{0C8B5846-2C6C-4BDC-8968-9201516033ED}"/>
              </a:ext>
            </a:extLst>
          </p:cNvPr>
          <p:cNvSpPr>
            <a:spLocks xmlns:a="http://schemas.openxmlformats.org/drawingml/2006/main" noGrp="1"/>
          </p:cNvSpPr>
          <p:nvPr/>
        </p:nvSpPr>
        <p:spPr>
          <a:xfrm xmlns:a="http://schemas.openxmlformats.org/drawingml/2006/main">
            <a:off x="647700" y="1000125"/>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17211F"/>
                </a:solidFill>
              </a:defRPr>
            </a:defPPr>
            <a:lvl1pPr algn="l">
              <a:buNone/>
              <a:defRPr sz="2550" b="1">
                <a:solidFill>
                  <a:srgbClr val="17211F"/>
                </a:solidFill>
              </a:defRPr>
            </a:lvl1pPr>
            <a:lvl2pPr algn="l">
              <a:buNone/>
              <a:defRPr sz="2550" b="1">
                <a:solidFill>
                  <a:srgbClr val="17211F"/>
                </a:solidFill>
              </a:defRPr>
            </a:lvl2pPr>
            <a:lvl3pPr algn="l">
              <a:buNone/>
              <a:defRPr sz="2550" b="1">
                <a:solidFill>
                  <a:srgbClr val="17211F"/>
                </a:solidFill>
              </a:defRPr>
            </a:lvl3pPr>
            <a:lvl4pPr algn="l">
              <a:buNone/>
              <a:defRPr sz="2550" b="1">
                <a:solidFill>
                  <a:srgbClr val="17211F"/>
                </a:solidFill>
              </a:defRPr>
            </a:lvl4pPr>
            <a:lvl5pPr algn="l">
              <a:buNone/>
              <a:defRPr sz="2550" b="1">
                <a:solidFill>
                  <a:srgbClr val="17211F"/>
                </a:solidFill>
              </a:defRPr>
            </a:lvl5pPr>
            <a:lvl6pPr algn="l">
              <a:buNone/>
              <a:defRPr sz="2550" b="1">
                <a:solidFill>
                  <a:srgbClr val="17211F"/>
                </a:solidFill>
              </a:defRPr>
            </a:lvl6pPr>
            <a:lvl7pPr algn="l">
              <a:buNone/>
              <a:defRPr sz="2550" b="1">
                <a:solidFill>
                  <a:srgbClr val="17211F"/>
                </a:solidFill>
              </a:defRPr>
            </a:lvl7pPr>
            <a:lvl8pPr algn="l">
              <a:buNone/>
              <a:defRPr sz="2550" b="1">
                <a:solidFill>
                  <a:srgbClr val="17211F"/>
                </a:solidFill>
              </a:defRPr>
            </a:lvl8pPr>
            <a:lvl9pPr algn="l">
              <a:buNone/>
              <a:defRPr sz="2550" b="1">
                <a:solidFill>
                  <a:srgbClr val="17211F"/>
                </a:solidFill>
              </a:defRPr>
            </a:lvl9pPr>
          </a:lstStyle>
          <a:p xmlns:a="http://schemas.openxmlformats.org/drawingml/2006/main">
            <a:pPr algn="l">
              <a:buNone/>
              <a:defRPr sz="2550" b="1">
                <a:solidFill>
                  <a:srgbClr val="17211F"/>
                </a:solidFill>
              </a:defRPr>
            </a:pPr>
            <a:r>
              <a:rPr sz="2550" b="1">
                <a:solidFill>
                  <a:srgbClr val="17211F"/>
                </a:solidFill>
              </a:rPr>
              <a:t>Mid-sized manufacturers: customers ask Sales, and Sales has to ask the factory</a:t>
            </a:r>
          </a:p>
        </p:txBody>
      </p:sp>
      <p:sp>
        <p:nvSpPr>
          <p:cNvPr id="8" name="">
            <a:extLst xmlns:a="http://schemas.openxmlformats.org/drawingml/2006/main">
              <a:ext uri="{FF2B5EF4-FFF2-40B4-BE49-F238E27FC236}">
                <a16:creationId xmlns:a16="http://schemas.microsoft.com/office/drawing/2014/main" id="{E1F87567-21AB-4C54-9FA5-9C7613DC6F37}"/>
              </a:ext>
            </a:extLst>
          </p:cNvPr>
          <p:cNvSpPr>
            <a:spLocks xmlns:a="http://schemas.openxmlformats.org/drawingml/2006/main" noGrp="1"/>
          </p:cNvSpPr>
          <p:nvPr/>
        </p:nvSpPr>
        <p:spPr>
          <a:xfrm xmlns:a="http://schemas.openxmlformats.org/drawingml/2006/main">
            <a:off x="666750" y="1562100"/>
            <a:ext cx="10715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96560"/>
                </a:solidFill>
              </a:defRPr>
            </a:defPPr>
            <a:lvl1pPr algn="l">
              <a:buNone/>
              <a:defRPr sz="1275" b="0">
                <a:solidFill>
                  <a:srgbClr val="596560"/>
                </a:solidFill>
              </a:defRPr>
            </a:lvl1pPr>
            <a:lvl2pPr algn="l">
              <a:buNone/>
              <a:defRPr sz="1275" b="0">
                <a:solidFill>
                  <a:srgbClr val="596560"/>
                </a:solidFill>
              </a:defRPr>
            </a:lvl2pPr>
            <a:lvl3pPr algn="l">
              <a:buNone/>
              <a:defRPr sz="1275" b="0">
                <a:solidFill>
                  <a:srgbClr val="596560"/>
                </a:solidFill>
              </a:defRPr>
            </a:lvl3pPr>
            <a:lvl4pPr algn="l">
              <a:buNone/>
              <a:defRPr sz="1275" b="0">
                <a:solidFill>
                  <a:srgbClr val="596560"/>
                </a:solidFill>
              </a:defRPr>
            </a:lvl4pPr>
            <a:lvl5pPr algn="l">
              <a:buNone/>
              <a:defRPr sz="1275" b="0">
                <a:solidFill>
                  <a:srgbClr val="596560"/>
                </a:solidFill>
              </a:defRPr>
            </a:lvl5pPr>
            <a:lvl6pPr algn="l">
              <a:buNone/>
              <a:defRPr sz="1275" b="0">
                <a:solidFill>
                  <a:srgbClr val="596560"/>
                </a:solidFill>
              </a:defRPr>
            </a:lvl6pPr>
            <a:lvl7pPr algn="l">
              <a:buNone/>
              <a:defRPr sz="1275" b="0">
                <a:solidFill>
                  <a:srgbClr val="596560"/>
                </a:solidFill>
              </a:defRPr>
            </a:lvl7pPr>
            <a:lvl8pPr algn="l">
              <a:buNone/>
              <a:defRPr sz="1275" b="0">
                <a:solidFill>
                  <a:srgbClr val="596560"/>
                </a:solidFill>
              </a:defRPr>
            </a:lvl8pPr>
            <a:lvl9pPr algn="l">
              <a:buNone/>
              <a:defRPr sz="1275" b="0">
                <a:solidFill>
                  <a:srgbClr val="596560"/>
                </a:solidFill>
              </a:defRPr>
            </a:lvl9pPr>
          </a:lstStyle>
          <a:p xmlns:a="http://schemas.openxmlformats.org/drawingml/2006/main">
            <a:pPr algn="l">
              <a:buNone/>
              <a:defRPr sz="1275" b="0">
                <a:solidFill>
                  <a:srgbClr val="596560"/>
                </a:solidFill>
              </a:defRPr>
            </a:pPr>
            <a:r>
              <a:rPr sz="1275" b="0">
                <a:solidFill>
                  <a:srgbClr val="596560"/>
                </a:solidFill>
              </a:rPr>
              <a:t>We focus on manufacturers with slow production updates and long order-status handoffs.</a:t>
            </a:r>
          </a:p>
        </p:txBody>
      </p:sp>
      <p:sp>
        <p:nvSpPr>
          <p:cNvPr id="9" name="">
            <a:extLst xmlns:a="http://schemas.openxmlformats.org/drawingml/2006/main">
              <a:ext uri="{FF2B5EF4-FFF2-40B4-BE49-F238E27FC236}">
                <a16:creationId xmlns:a16="http://schemas.microsoft.com/office/drawing/2014/main" id="{04497CCA-B638-44D1-A029-066348656317}"/>
              </a:ext>
            </a:extLst>
          </p:cNvPr>
          <p:cNvSpPr>
            <a:spLocks xmlns:a="http://schemas.openxmlformats.org/drawingml/2006/main" noGrp="1"/>
          </p:cNvSpPr>
          <p:nvPr/>
        </p:nvSpPr>
        <p:spPr>
          <a:xfrm xmlns:a="http://schemas.openxmlformats.org/drawingml/2006/main">
            <a:off x="666750" y="6477000"/>
            <a:ext cx="10858500" cy="9525"/>
          </a:xfrm>
          <a:prstGeom xmlns:a="http://schemas.openxmlformats.org/drawingml/2006/main" prst="rect">
            <a:avLst/>
          </a:prstGeom>
          <a:solidFill xmlns:a="http://schemas.openxmlformats.org/drawingml/2006/main">
            <a:srgbClr val="D8D3C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B0D058A-967E-46C8-A864-9CB82FED99CC}"/>
              </a:ext>
            </a:extLst>
          </p:cNvPr>
          <p:cNvSpPr>
            <a:spLocks xmlns:a="http://schemas.openxmlformats.org/drawingml/2006/main" noGrp="1"/>
          </p:cNvSpPr>
          <p:nvPr/>
        </p:nvSpPr>
        <p:spPr>
          <a:xfrm xmlns:a="http://schemas.openxmlformats.org/drawingml/2006/main">
            <a:off x="666750" y="651510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96560"/>
                </a:solidFill>
              </a:defRPr>
            </a:defPPr>
            <a:lvl1pPr algn="l">
              <a:buNone/>
              <a:defRPr sz="1125" b="1">
                <a:solidFill>
                  <a:srgbClr val="596560"/>
                </a:solidFill>
              </a:defRPr>
            </a:lvl1pPr>
            <a:lvl2pPr algn="l">
              <a:buNone/>
              <a:defRPr sz="1125" b="1">
                <a:solidFill>
                  <a:srgbClr val="596560"/>
                </a:solidFill>
              </a:defRPr>
            </a:lvl2pPr>
            <a:lvl3pPr algn="l">
              <a:buNone/>
              <a:defRPr sz="1125" b="1">
                <a:solidFill>
                  <a:srgbClr val="596560"/>
                </a:solidFill>
              </a:defRPr>
            </a:lvl3pPr>
            <a:lvl4pPr algn="l">
              <a:buNone/>
              <a:defRPr sz="1125" b="1">
                <a:solidFill>
                  <a:srgbClr val="596560"/>
                </a:solidFill>
              </a:defRPr>
            </a:lvl4pPr>
            <a:lvl5pPr algn="l">
              <a:buNone/>
              <a:defRPr sz="1125" b="1">
                <a:solidFill>
                  <a:srgbClr val="596560"/>
                </a:solidFill>
              </a:defRPr>
            </a:lvl5pPr>
            <a:lvl6pPr algn="l">
              <a:buNone/>
              <a:defRPr sz="1125" b="1">
                <a:solidFill>
                  <a:srgbClr val="596560"/>
                </a:solidFill>
              </a:defRPr>
            </a:lvl6pPr>
            <a:lvl7pPr algn="l">
              <a:buNone/>
              <a:defRPr sz="1125" b="1">
                <a:solidFill>
                  <a:srgbClr val="596560"/>
                </a:solidFill>
              </a:defRPr>
            </a:lvl7pPr>
            <a:lvl8pPr algn="l">
              <a:buNone/>
              <a:defRPr sz="1125" b="1">
                <a:solidFill>
                  <a:srgbClr val="596560"/>
                </a:solidFill>
              </a:defRPr>
            </a:lvl8pPr>
            <a:lvl9pPr algn="l">
              <a:buNone/>
              <a:defRPr sz="1125" b="1">
                <a:solidFill>
                  <a:srgbClr val="596560"/>
                </a:solidFill>
              </a:defRPr>
            </a:lvl9pPr>
          </a:lstStyle>
          <a:p xmlns:a="http://schemas.openxmlformats.org/drawingml/2006/main">
            <a:pPr algn="l">
              <a:buNone/>
              <a:defRPr sz="1125" b="1">
                <a:solidFill>
                  <a:srgbClr val="596560"/>
                </a:solidFill>
              </a:defRPr>
            </a:pPr>
            <a:r>
              <a:rPr sz="1125" b="1">
                <a:solidFill>
                  <a:srgbClr val="596560"/>
                </a:solidFill>
              </a:rPr>
              <a:t>Team: Debug The World</a:t>
            </a:r>
          </a:p>
        </p:txBody>
      </p:sp>
      <p:sp>
        <p:nvSpPr>
          <p:cNvPr id="11" name="">
            <a:extLst xmlns:a="http://schemas.openxmlformats.org/drawingml/2006/main">
              <a:ext uri="{FF2B5EF4-FFF2-40B4-BE49-F238E27FC236}">
                <a16:creationId xmlns:a16="http://schemas.microsoft.com/office/drawing/2014/main" id="{EC1C76C6-97B7-40E8-9C8D-629B67A77566}"/>
              </a:ext>
            </a:extLst>
          </p:cNvPr>
          <p:cNvSpPr>
            <a:spLocks xmlns:a="http://schemas.openxmlformats.org/drawingml/2006/main" noGrp="1"/>
          </p:cNvSpPr>
          <p:nvPr/>
        </p:nvSpPr>
        <p:spPr>
          <a:xfrm xmlns:a="http://schemas.openxmlformats.org/drawingml/2006/main">
            <a:off x="11163300" y="6543675"/>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1">
                <a:solidFill>
                  <a:srgbClr val="596560"/>
                </a:solidFill>
              </a:defRPr>
            </a:defPPr>
            <a:lvl1pPr algn="r">
              <a:buNone/>
              <a:defRPr sz="900" b="1">
                <a:solidFill>
                  <a:srgbClr val="596560"/>
                </a:solidFill>
              </a:defRPr>
            </a:lvl1pPr>
            <a:lvl2pPr algn="r">
              <a:buNone/>
              <a:defRPr sz="900" b="1">
                <a:solidFill>
                  <a:srgbClr val="596560"/>
                </a:solidFill>
              </a:defRPr>
            </a:lvl2pPr>
            <a:lvl3pPr algn="r">
              <a:buNone/>
              <a:defRPr sz="900" b="1">
                <a:solidFill>
                  <a:srgbClr val="596560"/>
                </a:solidFill>
              </a:defRPr>
            </a:lvl3pPr>
            <a:lvl4pPr algn="r">
              <a:buNone/>
              <a:defRPr sz="900" b="1">
                <a:solidFill>
                  <a:srgbClr val="596560"/>
                </a:solidFill>
              </a:defRPr>
            </a:lvl4pPr>
            <a:lvl5pPr algn="r">
              <a:buNone/>
              <a:defRPr sz="900" b="1">
                <a:solidFill>
                  <a:srgbClr val="596560"/>
                </a:solidFill>
              </a:defRPr>
            </a:lvl5pPr>
            <a:lvl6pPr algn="r">
              <a:buNone/>
              <a:defRPr sz="900" b="1">
                <a:solidFill>
                  <a:srgbClr val="596560"/>
                </a:solidFill>
              </a:defRPr>
            </a:lvl6pPr>
            <a:lvl7pPr algn="r">
              <a:buNone/>
              <a:defRPr sz="900" b="1">
                <a:solidFill>
                  <a:srgbClr val="596560"/>
                </a:solidFill>
              </a:defRPr>
            </a:lvl7pPr>
            <a:lvl8pPr algn="r">
              <a:buNone/>
              <a:defRPr sz="900" b="1">
                <a:solidFill>
                  <a:srgbClr val="596560"/>
                </a:solidFill>
              </a:defRPr>
            </a:lvl8pPr>
            <a:lvl9pPr algn="r">
              <a:buNone/>
              <a:defRPr sz="900" b="1">
                <a:solidFill>
                  <a:srgbClr val="596560"/>
                </a:solidFill>
              </a:defRPr>
            </a:lvl9pPr>
          </a:lstStyle>
          <a:p xmlns:a="http://schemas.openxmlformats.org/drawingml/2006/main">
            <a:pPr algn="r">
              <a:buNone/>
              <a:defRPr sz="900" b="1">
                <a:solidFill>
                  <a:srgbClr val="596560"/>
                </a:solidFill>
              </a:defRPr>
            </a:pPr>
            <a:r>
              <a:rPr sz="900" b="1">
                <a:solidFill>
                  <a:srgbClr val="596560"/>
                </a:solidFill>
              </a:rPr>
              <a:t>03</a:t>
            </a:r>
          </a:p>
        </p:txBody>
      </p:sp>
      <p:sp>
        <p:nvSpPr>
          <p:cNvPr id="12" name="">
            <a:extLst xmlns:a="http://schemas.openxmlformats.org/drawingml/2006/main">
              <a:ext uri="{FF2B5EF4-FFF2-40B4-BE49-F238E27FC236}">
                <a16:creationId xmlns:a16="http://schemas.microsoft.com/office/drawing/2014/main" id="{C5E59BBD-2C4C-43A8-BAB5-EA42AE36B16D}"/>
              </a:ext>
            </a:extLst>
          </p:cNvPr>
          <p:cNvSpPr>
            <a:spLocks xmlns:a="http://schemas.openxmlformats.org/drawingml/2006/main" noGrp="1"/>
          </p:cNvSpPr>
          <p:nvPr/>
        </p:nvSpPr>
        <p:spPr>
          <a:xfrm xmlns:a="http://schemas.openxmlformats.org/drawingml/2006/main">
            <a:off x="762000" y="2162175"/>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211F"/>
                </a:solidFill>
              </a:defRPr>
            </a:defPPr>
            <a:lvl1pPr algn="l">
              <a:buNone/>
              <a:defRPr sz="1725" b="1">
                <a:solidFill>
                  <a:srgbClr val="17211F"/>
                </a:solidFill>
              </a:defRPr>
            </a:lvl1pPr>
            <a:lvl2pPr algn="l">
              <a:buNone/>
              <a:defRPr sz="1725" b="1">
                <a:solidFill>
                  <a:srgbClr val="17211F"/>
                </a:solidFill>
              </a:defRPr>
            </a:lvl2pPr>
            <a:lvl3pPr algn="l">
              <a:buNone/>
              <a:defRPr sz="1725" b="1">
                <a:solidFill>
                  <a:srgbClr val="17211F"/>
                </a:solidFill>
              </a:defRPr>
            </a:lvl3pPr>
            <a:lvl4pPr algn="l">
              <a:buNone/>
              <a:defRPr sz="1725" b="1">
                <a:solidFill>
                  <a:srgbClr val="17211F"/>
                </a:solidFill>
              </a:defRPr>
            </a:lvl4pPr>
            <a:lvl5pPr algn="l">
              <a:buNone/>
              <a:defRPr sz="1725" b="1">
                <a:solidFill>
                  <a:srgbClr val="17211F"/>
                </a:solidFill>
              </a:defRPr>
            </a:lvl5pPr>
            <a:lvl6pPr algn="l">
              <a:buNone/>
              <a:defRPr sz="1725" b="1">
                <a:solidFill>
                  <a:srgbClr val="17211F"/>
                </a:solidFill>
              </a:defRPr>
            </a:lvl6pPr>
            <a:lvl7pPr algn="l">
              <a:buNone/>
              <a:defRPr sz="1725" b="1">
                <a:solidFill>
                  <a:srgbClr val="17211F"/>
                </a:solidFill>
              </a:defRPr>
            </a:lvl7pPr>
            <a:lvl8pPr algn="l">
              <a:buNone/>
              <a:defRPr sz="1725" b="1">
                <a:solidFill>
                  <a:srgbClr val="17211F"/>
                </a:solidFill>
              </a:defRPr>
            </a:lvl8pPr>
            <a:lvl9pPr algn="l">
              <a:buNone/>
              <a:defRPr sz="1725" b="1">
                <a:solidFill>
                  <a:srgbClr val="17211F"/>
                </a:solidFill>
              </a:defRPr>
            </a:lvl9pPr>
          </a:lstStyle>
          <a:p xmlns:a="http://schemas.openxmlformats.org/drawingml/2006/main">
            <a:pPr algn="l">
              <a:buNone/>
              <a:defRPr sz="1725" b="1">
                <a:solidFill>
                  <a:srgbClr val="17211F"/>
                </a:solidFill>
              </a:defRPr>
            </a:pPr>
            <a:r>
              <a:rPr sz="1725" b="1">
                <a:solidFill>
                  <a:srgbClr val="17211F"/>
                </a:solidFill>
              </a:rPr>
              <a:t>A customer asks: “Where is my order?”</a:t>
            </a:r>
          </a:p>
        </p:txBody>
      </p:sp>
      <p:sp>
        <p:nvSpPr>
          <p:cNvPr id="13" name="">
            <a:extLst xmlns:a="http://schemas.openxmlformats.org/drawingml/2006/main">
              <a:ext uri="{FF2B5EF4-FFF2-40B4-BE49-F238E27FC236}">
                <a16:creationId xmlns:a16="http://schemas.microsoft.com/office/drawing/2014/main" id="{A7CB8547-B3F5-48D6-9C38-E98A27490BC0}"/>
              </a:ext>
            </a:extLst>
          </p:cNvPr>
          <p:cNvSpPr>
            <a:spLocks xmlns:a="http://schemas.openxmlformats.org/drawingml/2006/main" noGrp="1"/>
          </p:cNvSpPr>
          <p:nvPr/>
        </p:nvSpPr>
        <p:spPr>
          <a:xfrm xmlns:a="http://schemas.openxmlformats.org/drawingml/2006/main">
            <a:off x="781050" y="2857500"/>
            <a:ext cx="2095500" cy="1066800"/>
          </a:xfrm>
          <a:prstGeom xmlns:a="http://schemas.openxmlformats.org/drawingml/2006/main" prst="rect">
            <a:avLst/>
          </a:prstGeom>
          <a:solidFill xmlns:a="http://schemas.openxmlformats.org/drawingml/2006/main">
            <a:srgbClr val="FBFAF7"/>
          </a:solidFill>
          <a:ln xmlns:a="http://schemas.openxmlformats.org/drawingml/2006/main" w="9525">
            <a:solidFill>
              <a:srgbClr val="D8D3CA"/>
            </a:solidFill>
            <a:prstDash val="solid"/>
          </a:ln>
        </p:spPr>
      </p:sp>
      <p:sp>
        <p:nvSpPr>
          <p:cNvPr id="14" name="">
            <a:extLst xmlns:a="http://schemas.openxmlformats.org/drawingml/2006/main">
              <a:ext uri="{FF2B5EF4-FFF2-40B4-BE49-F238E27FC236}">
                <a16:creationId xmlns:a16="http://schemas.microsoft.com/office/drawing/2014/main" id="{4146F7CB-B52E-4E5D-8707-C3AF9905B970}"/>
              </a:ext>
            </a:extLst>
          </p:cNvPr>
          <p:cNvSpPr>
            <a:spLocks xmlns:a="http://schemas.openxmlformats.org/drawingml/2006/main" noGrp="1"/>
          </p:cNvSpPr>
          <p:nvPr/>
        </p:nvSpPr>
        <p:spPr>
          <a:xfrm xmlns:a="http://schemas.openxmlformats.org/drawingml/2006/main">
            <a:off x="933450" y="2990850"/>
            <a:ext cx="1790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D95C3D"/>
                </a:solidFill>
              </a:defRPr>
            </a:defPPr>
            <a:lvl1pPr algn="l">
              <a:buNone/>
              <a:defRPr sz="1275" b="1">
                <a:solidFill>
                  <a:srgbClr val="D95C3D"/>
                </a:solidFill>
              </a:defRPr>
            </a:lvl1pPr>
            <a:lvl2pPr algn="l">
              <a:buNone/>
              <a:defRPr sz="1275" b="1">
                <a:solidFill>
                  <a:srgbClr val="D95C3D"/>
                </a:solidFill>
              </a:defRPr>
            </a:lvl2pPr>
            <a:lvl3pPr algn="l">
              <a:buNone/>
              <a:defRPr sz="1275" b="1">
                <a:solidFill>
                  <a:srgbClr val="D95C3D"/>
                </a:solidFill>
              </a:defRPr>
            </a:lvl3pPr>
            <a:lvl4pPr algn="l">
              <a:buNone/>
              <a:defRPr sz="1275" b="1">
                <a:solidFill>
                  <a:srgbClr val="D95C3D"/>
                </a:solidFill>
              </a:defRPr>
            </a:lvl4pPr>
            <a:lvl5pPr algn="l">
              <a:buNone/>
              <a:defRPr sz="1275" b="1">
                <a:solidFill>
                  <a:srgbClr val="D95C3D"/>
                </a:solidFill>
              </a:defRPr>
            </a:lvl5pPr>
            <a:lvl6pPr algn="l">
              <a:buNone/>
              <a:defRPr sz="1275" b="1">
                <a:solidFill>
                  <a:srgbClr val="D95C3D"/>
                </a:solidFill>
              </a:defRPr>
            </a:lvl6pPr>
            <a:lvl7pPr algn="l">
              <a:buNone/>
              <a:defRPr sz="1275" b="1">
                <a:solidFill>
                  <a:srgbClr val="D95C3D"/>
                </a:solidFill>
              </a:defRPr>
            </a:lvl7pPr>
            <a:lvl8pPr algn="l">
              <a:buNone/>
              <a:defRPr sz="1275" b="1">
                <a:solidFill>
                  <a:srgbClr val="D95C3D"/>
                </a:solidFill>
              </a:defRPr>
            </a:lvl8pPr>
            <a:lvl9pPr algn="l">
              <a:buNone/>
              <a:defRPr sz="1275" b="1">
                <a:solidFill>
                  <a:srgbClr val="D95C3D"/>
                </a:solidFill>
              </a:defRPr>
            </a:lvl9pPr>
          </a:lstStyle>
          <a:p xmlns:a="http://schemas.openxmlformats.org/drawingml/2006/main">
            <a:pPr algn="l">
              <a:buNone/>
              <a:defRPr sz="1275" b="1">
                <a:solidFill>
                  <a:srgbClr val="D95C3D"/>
                </a:solidFill>
              </a:defRPr>
            </a:pPr>
            <a:r>
              <a:rPr sz="1275" b="1">
                <a:solidFill>
                  <a:srgbClr val="D95C3D"/>
                </a:solidFill>
              </a:rPr>
              <a:t>Customer</a:t>
            </a:r>
          </a:p>
        </p:txBody>
      </p:sp>
      <p:sp>
        <p:nvSpPr>
          <p:cNvPr id="15" name="">
            <a:extLst xmlns:a="http://schemas.openxmlformats.org/drawingml/2006/main">
              <a:ext uri="{FF2B5EF4-FFF2-40B4-BE49-F238E27FC236}">
                <a16:creationId xmlns:a16="http://schemas.microsoft.com/office/drawing/2014/main" id="{80C7E6E0-1668-4F2A-BF08-A8609482570E}"/>
              </a:ext>
            </a:extLst>
          </p:cNvPr>
          <p:cNvSpPr>
            <a:spLocks xmlns:a="http://schemas.openxmlformats.org/drawingml/2006/main" noGrp="1"/>
          </p:cNvSpPr>
          <p:nvPr/>
        </p:nvSpPr>
        <p:spPr>
          <a:xfrm xmlns:a="http://schemas.openxmlformats.org/drawingml/2006/main">
            <a:off x="933450" y="3371850"/>
            <a:ext cx="1790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11F"/>
                </a:solidFill>
              </a:defRPr>
            </a:defPPr>
            <a:lvl1pPr algn="l">
              <a:buNone/>
              <a:defRPr sz="1350" b="0">
                <a:solidFill>
                  <a:srgbClr val="17211F"/>
                </a:solidFill>
              </a:defRPr>
            </a:lvl1pPr>
            <a:lvl2pPr algn="l">
              <a:buNone/>
              <a:defRPr sz="1350" b="0">
                <a:solidFill>
                  <a:srgbClr val="17211F"/>
                </a:solidFill>
              </a:defRPr>
            </a:lvl2pPr>
            <a:lvl3pPr algn="l">
              <a:buNone/>
              <a:defRPr sz="1350" b="0">
                <a:solidFill>
                  <a:srgbClr val="17211F"/>
                </a:solidFill>
              </a:defRPr>
            </a:lvl3pPr>
            <a:lvl4pPr algn="l">
              <a:buNone/>
              <a:defRPr sz="1350" b="0">
                <a:solidFill>
                  <a:srgbClr val="17211F"/>
                </a:solidFill>
              </a:defRPr>
            </a:lvl4pPr>
            <a:lvl5pPr algn="l">
              <a:buNone/>
              <a:defRPr sz="1350" b="0">
                <a:solidFill>
                  <a:srgbClr val="17211F"/>
                </a:solidFill>
              </a:defRPr>
            </a:lvl5pPr>
            <a:lvl6pPr algn="l">
              <a:buNone/>
              <a:defRPr sz="1350" b="0">
                <a:solidFill>
                  <a:srgbClr val="17211F"/>
                </a:solidFill>
              </a:defRPr>
            </a:lvl6pPr>
            <a:lvl7pPr algn="l">
              <a:buNone/>
              <a:defRPr sz="1350" b="0">
                <a:solidFill>
                  <a:srgbClr val="17211F"/>
                </a:solidFill>
              </a:defRPr>
            </a:lvl7pPr>
            <a:lvl8pPr algn="l">
              <a:buNone/>
              <a:defRPr sz="1350" b="0">
                <a:solidFill>
                  <a:srgbClr val="17211F"/>
                </a:solidFill>
              </a:defRPr>
            </a:lvl8pPr>
            <a:lvl9pPr algn="l">
              <a:buNone/>
              <a:defRPr sz="1350" b="0">
                <a:solidFill>
                  <a:srgbClr val="17211F"/>
                </a:solidFill>
              </a:defRPr>
            </a:lvl9pPr>
          </a:lstStyle>
          <a:p xmlns:a="http://schemas.openxmlformats.org/drawingml/2006/main">
            <a:pPr algn="l">
              <a:buNone/>
              <a:defRPr sz="1350" b="0">
                <a:solidFill>
                  <a:srgbClr val="17211F"/>
                </a:solidFill>
              </a:defRPr>
            </a:pPr>
            <a:r>
              <a:rPr sz="1350" b="0">
                <a:solidFill>
                  <a:srgbClr val="17211F"/>
                </a:solidFill>
              </a:rPr>
              <a:t>asks Sales</a:t>
            </a:r>
          </a:p>
        </p:txBody>
      </p:sp>
      <p:sp>
        <p:nvSpPr>
          <p:cNvPr id="16" name="">
            <a:extLst xmlns:a="http://schemas.openxmlformats.org/drawingml/2006/main">
              <a:ext uri="{FF2B5EF4-FFF2-40B4-BE49-F238E27FC236}">
                <a16:creationId xmlns:a16="http://schemas.microsoft.com/office/drawing/2014/main" id="{586D51EF-88B1-4C87-814B-CFDD9ECADE53}"/>
              </a:ext>
            </a:extLst>
          </p:cNvPr>
          <p:cNvSpPr>
            <a:spLocks xmlns:a="http://schemas.openxmlformats.org/drawingml/2006/main" noGrp="1"/>
          </p:cNvSpPr>
          <p:nvPr/>
        </p:nvSpPr>
        <p:spPr>
          <a:xfrm xmlns:a="http://schemas.openxmlformats.org/drawingml/2006/main">
            <a:off x="2895600" y="3181350"/>
            <a:ext cx="400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800" b="1">
                <a:solidFill>
                  <a:srgbClr val="596560"/>
                </a:solidFill>
              </a:defRPr>
            </a:defPPr>
            <a:lvl1pPr algn="ctr">
              <a:buNone/>
              <a:defRPr sz="1800" b="1">
                <a:solidFill>
                  <a:srgbClr val="596560"/>
                </a:solidFill>
              </a:defRPr>
            </a:lvl1pPr>
            <a:lvl2pPr algn="ctr">
              <a:buNone/>
              <a:defRPr sz="1800" b="1">
                <a:solidFill>
                  <a:srgbClr val="596560"/>
                </a:solidFill>
              </a:defRPr>
            </a:lvl2pPr>
            <a:lvl3pPr algn="ctr">
              <a:buNone/>
              <a:defRPr sz="1800" b="1">
                <a:solidFill>
                  <a:srgbClr val="596560"/>
                </a:solidFill>
              </a:defRPr>
            </a:lvl3pPr>
            <a:lvl4pPr algn="ctr">
              <a:buNone/>
              <a:defRPr sz="1800" b="1">
                <a:solidFill>
                  <a:srgbClr val="596560"/>
                </a:solidFill>
              </a:defRPr>
            </a:lvl4pPr>
            <a:lvl5pPr algn="ctr">
              <a:buNone/>
              <a:defRPr sz="1800" b="1">
                <a:solidFill>
                  <a:srgbClr val="596560"/>
                </a:solidFill>
              </a:defRPr>
            </a:lvl5pPr>
            <a:lvl6pPr algn="ctr">
              <a:buNone/>
              <a:defRPr sz="1800" b="1">
                <a:solidFill>
                  <a:srgbClr val="596560"/>
                </a:solidFill>
              </a:defRPr>
            </a:lvl6pPr>
            <a:lvl7pPr algn="ctr">
              <a:buNone/>
              <a:defRPr sz="1800" b="1">
                <a:solidFill>
                  <a:srgbClr val="596560"/>
                </a:solidFill>
              </a:defRPr>
            </a:lvl7pPr>
            <a:lvl8pPr algn="ctr">
              <a:buNone/>
              <a:defRPr sz="1800" b="1">
                <a:solidFill>
                  <a:srgbClr val="596560"/>
                </a:solidFill>
              </a:defRPr>
            </a:lvl8pPr>
            <a:lvl9pPr algn="ctr">
              <a:buNone/>
              <a:defRPr sz="1800" b="1">
                <a:solidFill>
                  <a:srgbClr val="596560"/>
                </a:solidFill>
              </a:defRPr>
            </a:lvl9pPr>
          </a:lstStyle>
          <a:p xmlns:a="http://schemas.openxmlformats.org/drawingml/2006/main">
            <a:pPr algn="ctr">
              <a:buNone/>
              <a:defRPr sz="1800" b="1">
                <a:solidFill>
                  <a:srgbClr val="596560"/>
                </a:solidFill>
              </a:defRPr>
            </a:pPr>
            <a:r>
              <a:rPr sz="1800" b="1">
                <a:solidFill>
                  <a:srgbClr val="596560"/>
                </a:solidFill>
              </a:rPr>
              <a:t>→</a:t>
            </a:r>
          </a:p>
        </p:txBody>
      </p:sp>
      <p:sp>
        <p:nvSpPr>
          <p:cNvPr id="17" name="">
            <a:extLst xmlns:a="http://schemas.openxmlformats.org/drawingml/2006/main">
              <a:ext uri="{FF2B5EF4-FFF2-40B4-BE49-F238E27FC236}">
                <a16:creationId xmlns:a16="http://schemas.microsoft.com/office/drawing/2014/main" id="{4B0F1669-A30C-4F32-9785-084F38D48A44}"/>
              </a:ext>
            </a:extLst>
          </p:cNvPr>
          <p:cNvSpPr>
            <a:spLocks xmlns:a="http://schemas.openxmlformats.org/drawingml/2006/main" noGrp="1"/>
          </p:cNvSpPr>
          <p:nvPr/>
        </p:nvSpPr>
        <p:spPr>
          <a:xfrm xmlns:a="http://schemas.openxmlformats.org/drawingml/2006/main">
            <a:off x="3390900" y="2857500"/>
            <a:ext cx="2095500" cy="1066800"/>
          </a:xfrm>
          <a:prstGeom xmlns:a="http://schemas.openxmlformats.org/drawingml/2006/main" prst="rect">
            <a:avLst/>
          </a:prstGeom>
          <a:solidFill xmlns:a="http://schemas.openxmlformats.org/drawingml/2006/main">
            <a:srgbClr val="FBFAF7"/>
          </a:solidFill>
          <a:ln xmlns:a="http://schemas.openxmlformats.org/drawingml/2006/main" w="9525">
            <a:solidFill>
              <a:srgbClr val="D8D3CA"/>
            </a:solidFill>
            <a:prstDash val="solid"/>
          </a:ln>
        </p:spPr>
      </p:sp>
      <p:sp>
        <p:nvSpPr>
          <p:cNvPr id="18" name="">
            <a:extLst xmlns:a="http://schemas.openxmlformats.org/drawingml/2006/main">
              <a:ext uri="{FF2B5EF4-FFF2-40B4-BE49-F238E27FC236}">
                <a16:creationId xmlns:a16="http://schemas.microsoft.com/office/drawing/2014/main" id="{BF7FEEFA-3F5A-492D-9981-1B0FB5445B4B}"/>
              </a:ext>
            </a:extLst>
          </p:cNvPr>
          <p:cNvSpPr>
            <a:spLocks xmlns:a="http://schemas.openxmlformats.org/drawingml/2006/main" noGrp="1"/>
          </p:cNvSpPr>
          <p:nvPr/>
        </p:nvSpPr>
        <p:spPr>
          <a:xfrm xmlns:a="http://schemas.openxmlformats.org/drawingml/2006/main">
            <a:off x="3543300" y="2990850"/>
            <a:ext cx="1790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D95C3D"/>
                </a:solidFill>
              </a:defRPr>
            </a:defPPr>
            <a:lvl1pPr algn="l">
              <a:buNone/>
              <a:defRPr sz="1275" b="1">
                <a:solidFill>
                  <a:srgbClr val="D95C3D"/>
                </a:solidFill>
              </a:defRPr>
            </a:lvl1pPr>
            <a:lvl2pPr algn="l">
              <a:buNone/>
              <a:defRPr sz="1275" b="1">
                <a:solidFill>
                  <a:srgbClr val="D95C3D"/>
                </a:solidFill>
              </a:defRPr>
            </a:lvl2pPr>
            <a:lvl3pPr algn="l">
              <a:buNone/>
              <a:defRPr sz="1275" b="1">
                <a:solidFill>
                  <a:srgbClr val="D95C3D"/>
                </a:solidFill>
              </a:defRPr>
            </a:lvl3pPr>
            <a:lvl4pPr algn="l">
              <a:buNone/>
              <a:defRPr sz="1275" b="1">
                <a:solidFill>
                  <a:srgbClr val="D95C3D"/>
                </a:solidFill>
              </a:defRPr>
            </a:lvl4pPr>
            <a:lvl5pPr algn="l">
              <a:buNone/>
              <a:defRPr sz="1275" b="1">
                <a:solidFill>
                  <a:srgbClr val="D95C3D"/>
                </a:solidFill>
              </a:defRPr>
            </a:lvl5pPr>
            <a:lvl6pPr algn="l">
              <a:buNone/>
              <a:defRPr sz="1275" b="1">
                <a:solidFill>
                  <a:srgbClr val="D95C3D"/>
                </a:solidFill>
              </a:defRPr>
            </a:lvl6pPr>
            <a:lvl7pPr algn="l">
              <a:buNone/>
              <a:defRPr sz="1275" b="1">
                <a:solidFill>
                  <a:srgbClr val="D95C3D"/>
                </a:solidFill>
              </a:defRPr>
            </a:lvl7pPr>
            <a:lvl8pPr algn="l">
              <a:buNone/>
              <a:defRPr sz="1275" b="1">
                <a:solidFill>
                  <a:srgbClr val="D95C3D"/>
                </a:solidFill>
              </a:defRPr>
            </a:lvl8pPr>
            <a:lvl9pPr algn="l">
              <a:buNone/>
              <a:defRPr sz="1275" b="1">
                <a:solidFill>
                  <a:srgbClr val="D95C3D"/>
                </a:solidFill>
              </a:defRPr>
            </a:lvl9pPr>
          </a:lstStyle>
          <a:p xmlns:a="http://schemas.openxmlformats.org/drawingml/2006/main">
            <a:pPr algn="l">
              <a:buNone/>
              <a:defRPr sz="1275" b="1">
                <a:solidFill>
                  <a:srgbClr val="D95C3D"/>
                </a:solidFill>
              </a:defRPr>
            </a:pPr>
            <a:r>
              <a:rPr sz="1275" b="1">
                <a:solidFill>
                  <a:srgbClr val="D95C3D"/>
                </a:solidFill>
              </a:rPr>
              <a:t>Sales</a:t>
            </a:r>
          </a:p>
        </p:txBody>
      </p:sp>
      <p:sp>
        <p:nvSpPr>
          <p:cNvPr id="19" name="">
            <a:extLst xmlns:a="http://schemas.openxmlformats.org/drawingml/2006/main">
              <a:ext uri="{FF2B5EF4-FFF2-40B4-BE49-F238E27FC236}">
                <a16:creationId xmlns:a16="http://schemas.microsoft.com/office/drawing/2014/main" id="{A8451DB3-C0B5-45B9-90EA-A763C5068DD0}"/>
              </a:ext>
            </a:extLst>
          </p:cNvPr>
          <p:cNvSpPr>
            <a:spLocks xmlns:a="http://schemas.openxmlformats.org/drawingml/2006/main" noGrp="1"/>
          </p:cNvSpPr>
          <p:nvPr/>
        </p:nvSpPr>
        <p:spPr>
          <a:xfrm xmlns:a="http://schemas.openxmlformats.org/drawingml/2006/main">
            <a:off x="3543300" y="3371850"/>
            <a:ext cx="1790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11F"/>
                </a:solidFill>
              </a:defRPr>
            </a:defPPr>
            <a:lvl1pPr algn="l">
              <a:buNone/>
              <a:defRPr sz="1350" b="0">
                <a:solidFill>
                  <a:srgbClr val="17211F"/>
                </a:solidFill>
              </a:defRPr>
            </a:lvl1pPr>
            <a:lvl2pPr algn="l">
              <a:buNone/>
              <a:defRPr sz="1350" b="0">
                <a:solidFill>
                  <a:srgbClr val="17211F"/>
                </a:solidFill>
              </a:defRPr>
            </a:lvl2pPr>
            <a:lvl3pPr algn="l">
              <a:buNone/>
              <a:defRPr sz="1350" b="0">
                <a:solidFill>
                  <a:srgbClr val="17211F"/>
                </a:solidFill>
              </a:defRPr>
            </a:lvl3pPr>
            <a:lvl4pPr algn="l">
              <a:buNone/>
              <a:defRPr sz="1350" b="0">
                <a:solidFill>
                  <a:srgbClr val="17211F"/>
                </a:solidFill>
              </a:defRPr>
            </a:lvl4pPr>
            <a:lvl5pPr algn="l">
              <a:buNone/>
              <a:defRPr sz="1350" b="0">
                <a:solidFill>
                  <a:srgbClr val="17211F"/>
                </a:solidFill>
              </a:defRPr>
            </a:lvl5pPr>
            <a:lvl6pPr algn="l">
              <a:buNone/>
              <a:defRPr sz="1350" b="0">
                <a:solidFill>
                  <a:srgbClr val="17211F"/>
                </a:solidFill>
              </a:defRPr>
            </a:lvl6pPr>
            <a:lvl7pPr algn="l">
              <a:buNone/>
              <a:defRPr sz="1350" b="0">
                <a:solidFill>
                  <a:srgbClr val="17211F"/>
                </a:solidFill>
              </a:defRPr>
            </a:lvl7pPr>
            <a:lvl8pPr algn="l">
              <a:buNone/>
              <a:defRPr sz="1350" b="0">
                <a:solidFill>
                  <a:srgbClr val="17211F"/>
                </a:solidFill>
              </a:defRPr>
            </a:lvl8pPr>
            <a:lvl9pPr algn="l">
              <a:buNone/>
              <a:defRPr sz="1350" b="0">
                <a:solidFill>
                  <a:srgbClr val="17211F"/>
                </a:solidFill>
              </a:defRPr>
            </a:lvl9pPr>
          </a:lstStyle>
          <a:p xmlns:a="http://schemas.openxmlformats.org/drawingml/2006/main">
            <a:pPr algn="l">
              <a:buNone/>
              <a:defRPr sz="1350" b="0">
                <a:solidFill>
                  <a:srgbClr val="17211F"/>
                </a:solidFill>
              </a:defRPr>
            </a:pPr>
            <a:r>
              <a:rPr sz="1350" b="0">
                <a:solidFill>
                  <a:srgbClr val="17211F"/>
                </a:solidFill>
              </a:rPr>
              <a:t>asks Manager</a:t>
            </a:r>
          </a:p>
        </p:txBody>
      </p:sp>
      <p:sp>
        <p:nvSpPr>
          <p:cNvPr id="20" name="">
            <a:extLst xmlns:a="http://schemas.openxmlformats.org/drawingml/2006/main">
              <a:ext uri="{FF2B5EF4-FFF2-40B4-BE49-F238E27FC236}">
                <a16:creationId xmlns:a16="http://schemas.microsoft.com/office/drawing/2014/main" id="{173383D5-2049-4F17-A017-E8C438A17347}"/>
              </a:ext>
            </a:extLst>
          </p:cNvPr>
          <p:cNvSpPr>
            <a:spLocks xmlns:a="http://schemas.openxmlformats.org/drawingml/2006/main" noGrp="1"/>
          </p:cNvSpPr>
          <p:nvPr/>
        </p:nvSpPr>
        <p:spPr>
          <a:xfrm xmlns:a="http://schemas.openxmlformats.org/drawingml/2006/main">
            <a:off x="5505450" y="3181350"/>
            <a:ext cx="400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800" b="1">
                <a:solidFill>
                  <a:srgbClr val="596560"/>
                </a:solidFill>
              </a:defRPr>
            </a:defPPr>
            <a:lvl1pPr algn="ctr">
              <a:buNone/>
              <a:defRPr sz="1800" b="1">
                <a:solidFill>
                  <a:srgbClr val="596560"/>
                </a:solidFill>
              </a:defRPr>
            </a:lvl1pPr>
            <a:lvl2pPr algn="ctr">
              <a:buNone/>
              <a:defRPr sz="1800" b="1">
                <a:solidFill>
                  <a:srgbClr val="596560"/>
                </a:solidFill>
              </a:defRPr>
            </a:lvl2pPr>
            <a:lvl3pPr algn="ctr">
              <a:buNone/>
              <a:defRPr sz="1800" b="1">
                <a:solidFill>
                  <a:srgbClr val="596560"/>
                </a:solidFill>
              </a:defRPr>
            </a:lvl3pPr>
            <a:lvl4pPr algn="ctr">
              <a:buNone/>
              <a:defRPr sz="1800" b="1">
                <a:solidFill>
                  <a:srgbClr val="596560"/>
                </a:solidFill>
              </a:defRPr>
            </a:lvl4pPr>
            <a:lvl5pPr algn="ctr">
              <a:buNone/>
              <a:defRPr sz="1800" b="1">
                <a:solidFill>
                  <a:srgbClr val="596560"/>
                </a:solidFill>
              </a:defRPr>
            </a:lvl5pPr>
            <a:lvl6pPr algn="ctr">
              <a:buNone/>
              <a:defRPr sz="1800" b="1">
                <a:solidFill>
                  <a:srgbClr val="596560"/>
                </a:solidFill>
              </a:defRPr>
            </a:lvl6pPr>
            <a:lvl7pPr algn="ctr">
              <a:buNone/>
              <a:defRPr sz="1800" b="1">
                <a:solidFill>
                  <a:srgbClr val="596560"/>
                </a:solidFill>
              </a:defRPr>
            </a:lvl7pPr>
            <a:lvl8pPr algn="ctr">
              <a:buNone/>
              <a:defRPr sz="1800" b="1">
                <a:solidFill>
                  <a:srgbClr val="596560"/>
                </a:solidFill>
              </a:defRPr>
            </a:lvl8pPr>
            <a:lvl9pPr algn="ctr">
              <a:buNone/>
              <a:defRPr sz="1800" b="1">
                <a:solidFill>
                  <a:srgbClr val="596560"/>
                </a:solidFill>
              </a:defRPr>
            </a:lvl9pPr>
          </a:lstStyle>
          <a:p xmlns:a="http://schemas.openxmlformats.org/drawingml/2006/main">
            <a:pPr algn="ctr">
              <a:buNone/>
              <a:defRPr sz="1800" b="1">
                <a:solidFill>
                  <a:srgbClr val="596560"/>
                </a:solidFill>
              </a:defRPr>
            </a:pPr>
            <a:r>
              <a:rPr sz="1800" b="1">
                <a:solidFill>
                  <a:srgbClr val="596560"/>
                </a:solidFill>
              </a:rPr>
              <a:t>→</a:t>
            </a:r>
          </a:p>
        </p:txBody>
      </p:sp>
      <p:sp>
        <p:nvSpPr>
          <p:cNvPr id="21" name="">
            <a:extLst xmlns:a="http://schemas.openxmlformats.org/drawingml/2006/main">
              <a:ext uri="{FF2B5EF4-FFF2-40B4-BE49-F238E27FC236}">
                <a16:creationId xmlns:a16="http://schemas.microsoft.com/office/drawing/2014/main" id="{E75A78E9-22FC-46FA-995C-DB6030CD69A3}"/>
              </a:ext>
            </a:extLst>
          </p:cNvPr>
          <p:cNvSpPr>
            <a:spLocks xmlns:a="http://schemas.openxmlformats.org/drawingml/2006/main" noGrp="1"/>
          </p:cNvSpPr>
          <p:nvPr/>
        </p:nvSpPr>
        <p:spPr>
          <a:xfrm xmlns:a="http://schemas.openxmlformats.org/drawingml/2006/main">
            <a:off x="6000750" y="2857500"/>
            <a:ext cx="2095500" cy="1066800"/>
          </a:xfrm>
          <a:prstGeom xmlns:a="http://schemas.openxmlformats.org/drawingml/2006/main" prst="rect">
            <a:avLst/>
          </a:prstGeom>
          <a:solidFill xmlns:a="http://schemas.openxmlformats.org/drawingml/2006/main">
            <a:srgbClr val="FBFAF7"/>
          </a:solidFill>
          <a:ln xmlns:a="http://schemas.openxmlformats.org/drawingml/2006/main" w="9525">
            <a:solidFill>
              <a:srgbClr val="D8D3CA"/>
            </a:solidFill>
            <a:prstDash val="solid"/>
          </a:ln>
        </p:spPr>
      </p:sp>
      <p:sp>
        <p:nvSpPr>
          <p:cNvPr id="22" name="">
            <a:extLst xmlns:a="http://schemas.openxmlformats.org/drawingml/2006/main">
              <a:ext uri="{FF2B5EF4-FFF2-40B4-BE49-F238E27FC236}">
                <a16:creationId xmlns:a16="http://schemas.microsoft.com/office/drawing/2014/main" id="{D6DA03A6-7AA2-4C59-A428-E3D0BCB220D1}"/>
              </a:ext>
            </a:extLst>
          </p:cNvPr>
          <p:cNvSpPr>
            <a:spLocks xmlns:a="http://schemas.openxmlformats.org/drawingml/2006/main" noGrp="1"/>
          </p:cNvSpPr>
          <p:nvPr/>
        </p:nvSpPr>
        <p:spPr>
          <a:xfrm xmlns:a="http://schemas.openxmlformats.org/drawingml/2006/main">
            <a:off x="6153150" y="2990850"/>
            <a:ext cx="1790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D95C3D"/>
                </a:solidFill>
              </a:defRPr>
            </a:defPPr>
            <a:lvl1pPr algn="l">
              <a:buNone/>
              <a:defRPr sz="1275" b="1">
                <a:solidFill>
                  <a:srgbClr val="D95C3D"/>
                </a:solidFill>
              </a:defRPr>
            </a:lvl1pPr>
            <a:lvl2pPr algn="l">
              <a:buNone/>
              <a:defRPr sz="1275" b="1">
                <a:solidFill>
                  <a:srgbClr val="D95C3D"/>
                </a:solidFill>
              </a:defRPr>
            </a:lvl2pPr>
            <a:lvl3pPr algn="l">
              <a:buNone/>
              <a:defRPr sz="1275" b="1">
                <a:solidFill>
                  <a:srgbClr val="D95C3D"/>
                </a:solidFill>
              </a:defRPr>
            </a:lvl3pPr>
            <a:lvl4pPr algn="l">
              <a:buNone/>
              <a:defRPr sz="1275" b="1">
                <a:solidFill>
                  <a:srgbClr val="D95C3D"/>
                </a:solidFill>
              </a:defRPr>
            </a:lvl4pPr>
            <a:lvl5pPr algn="l">
              <a:buNone/>
              <a:defRPr sz="1275" b="1">
                <a:solidFill>
                  <a:srgbClr val="D95C3D"/>
                </a:solidFill>
              </a:defRPr>
            </a:lvl5pPr>
            <a:lvl6pPr algn="l">
              <a:buNone/>
              <a:defRPr sz="1275" b="1">
                <a:solidFill>
                  <a:srgbClr val="D95C3D"/>
                </a:solidFill>
              </a:defRPr>
            </a:lvl6pPr>
            <a:lvl7pPr algn="l">
              <a:buNone/>
              <a:defRPr sz="1275" b="1">
                <a:solidFill>
                  <a:srgbClr val="D95C3D"/>
                </a:solidFill>
              </a:defRPr>
            </a:lvl7pPr>
            <a:lvl8pPr algn="l">
              <a:buNone/>
              <a:defRPr sz="1275" b="1">
                <a:solidFill>
                  <a:srgbClr val="D95C3D"/>
                </a:solidFill>
              </a:defRPr>
            </a:lvl8pPr>
            <a:lvl9pPr algn="l">
              <a:buNone/>
              <a:defRPr sz="1275" b="1">
                <a:solidFill>
                  <a:srgbClr val="D95C3D"/>
                </a:solidFill>
              </a:defRPr>
            </a:lvl9pPr>
          </a:lstStyle>
          <a:p xmlns:a="http://schemas.openxmlformats.org/drawingml/2006/main">
            <a:pPr algn="l">
              <a:buNone/>
              <a:defRPr sz="1275" b="1">
                <a:solidFill>
                  <a:srgbClr val="D95C3D"/>
                </a:solidFill>
              </a:defRPr>
            </a:pPr>
            <a:r>
              <a:rPr sz="1275" b="1">
                <a:solidFill>
                  <a:srgbClr val="D95C3D"/>
                </a:solidFill>
              </a:rPr>
              <a:t>Manager</a:t>
            </a:r>
          </a:p>
        </p:txBody>
      </p:sp>
      <p:sp>
        <p:nvSpPr>
          <p:cNvPr id="23" name="">
            <a:extLst xmlns:a="http://schemas.openxmlformats.org/drawingml/2006/main">
              <a:ext uri="{FF2B5EF4-FFF2-40B4-BE49-F238E27FC236}">
                <a16:creationId xmlns:a16="http://schemas.microsoft.com/office/drawing/2014/main" id="{7E8E3C77-1F58-486B-854B-ABD29546DB3F}"/>
              </a:ext>
            </a:extLst>
          </p:cNvPr>
          <p:cNvSpPr>
            <a:spLocks xmlns:a="http://schemas.openxmlformats.org/drawingml/2006/main" noGrp="1"/>
          </p:cNvSpPr>
          <p:nvPr/>
        </p:nvSpPr>
        <p:spPr>
          <a:xfrm xmlns:a="http://schemas.openxmlformats.org/drawingml/2006/main">
            <a:off x="6153150" y="3371850"/>
            <a:ext cx="1790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11F"/>
                </a:solidFill>
              </a:defRPr>
            </a:defPPr>
            <a:lvl1pPr algn="l">
              <a:buNone/>
              <a:defRPr sz="1350" b="0">
                <a:solidFill>
                  <a:srgbClr val="17211F"/>
                </a:solidFill>
              </a:defRPr>
            </a:lvl1pPr>
            <a:lvl2pPr algn="l">
              <a:buNone/>
              <a:defRPr sz="1350" b="0">
                <a:solidFill>
                  <a:srgbClr val="17211F"/>
                </a:solidFill>
              </a:defRPr>
            </a:lvl2pPr>
            <a:lvl3pPr algn="l">
              <a:buNone/>
              <a:defRPr sz="1350" b="0">
                <a:solidFill>
                  <a:srgbClr val="17211F"/>
                </a:solidFill>
              </a:defRPr>
            </a:lvl3pPr>
            <a:lvl4pPr algn="l">
              <a:buNone/>
              <a:defRPr sz="1350" b="0">
                <a:solidFill>
                  <a:srgbClr val="17211F"/>
                </a:solidFill>
              </a:defRPr>
            </a:lvl4pPr>
            <a:lvl5pPr algn="l">
              <a:buNone/>
              <a:defRPr sz="1350" b="0">
                <a:solidFill>
                  <a:srgbClr val="17211F"/>
                </a:solidFill>
              </a:defRPr>
            </a:lvl5pPr>
            <a:lvl6pPr algn="l">
              <a:buNone/>
              <a:defRPr sz="1350" b="0">
                <a:solidFill>
                  <a:srgbClr val="17211F"/>
                </a:solidFill>
              </a:defRPr>
            </a:lvl6pPr>
            <a:lvl7pPr algn="l">
              <a:buNone/>
              <a:defRPr sz="1350" b="0">
                <a:solidFill>
                  <a:srgbClr val="17211F"/>
                </a:solidFill>
              </a:defRPr>
            </a:lvl7pPr>
            <a:lvl8pPr algn="l">
              <a:buNone/>
              <a:defRPr sz="1350" b="0">
                <a:solidFill>
                  <a:srgbClr val="17211F"/>
                </a:solidFill>
              </a:defRPr>
            </a:lvl8pPr>
            <a:lvl9pPr algn="l">
              <a:buNone/>
              <a:defRPr sz="1350" b="0">
                <a:solidFill>
                  <a:srgbClr val="17211F"/>
                </a:solidFill>
              </a:defRPr>
            </a:lvl9pPr>
          </a:lstStyle>
          <a:p xmlns:a="http://schemas.openxmlformats.org/drawingml/2006/main">
            <a:pPr algn="l">
              <a:buNone/>
              <a:defRPr sz="1350" b="0">
                <a:solidFill>
                  <a:srgbClr val="17211F"/>
                </a:solidFill>
              </a:defRPr>
            </a:pPr>
            <a:r>
              <a:rPr sz="1350" b="0">
                <a:solidFill>
                  <a:srgbClr val="17211F"/>
                </a:solidFill>
              </a:rPr>
              <a:t>asks the floor</a:t>
            </a:r>
          </a:p>
        </p:txBody>
      </p:sp>
      <p:sp>
        <p:nvSpPr>
          <p:cNvPr id="24" name="">
            <a:extLst xmlns:a="http://schemas.openxmlformats.org/drawingml/2006/main">
              <a:ext uri="{FF2B5EF4-FFF2-40B4-BE49-F238E27FC236}">
                <a16:creationId xmlns:a16="http://schemas.microsoft.com/office/drawing/2014/main" id="{D909F5C2-9657-4E02-B4B4-A8B30AA22D9B}"/>
              </a:ext>
            </a:extLst>
          </p:cNvPr>
          <p:cNvSpPr>
            <a:spLocks xmlns:a="http://schemas.openxmlformats.org/drawingml/2006/main" noGrp="1"/>
          </p:cNvSpPr>
          <p:nvPr/>
        </p:nvSpPr>
        <p:spPr>
          <a:xfrm xmlns:a="http://schemas.openxmlformats.org/drawingml/2006/main">
            <a:off x="8115300" y="3181350"/>
            <a:ext cx="400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800" b="1">
                <a:solidFill>
                  <a:srgbClr val="596560"/>
                </a:solidFill>
              </a:defRPr>
            </a:defPPr>
            <a:lvl1pPr algn="ctr">
              <a:buNone/>
              <a:defRPr sz="1800" b="1">
                <a:solidFill>
                  <a:srgbClr val="596560"/>
                </a:solidFill>
              </a:defRPr>
            </a:lvl1pPr>
            <a:lvl2pPr algn="ctr">
              <a:buNone/>
              <a:defRPr sz="1800" b="1">
                <a:solidFill>
                  <a:srgbClr val="596560"/>
                </a:solidFill>
              </a:defRPr>
            </a:lvl2pPr>
            <a:lvl3pPr algn="ctr">
              <a:buNone/>
              <a:defRPr sz="1800" b="1">
                <a:solidFill>
                  <a:srgbClr val="596560"/>
                </a:solidFill>
              </a:defRPr>
            </a:lvl3pPr>
            <a:lvl4pPr algn="ctr">
              <a:buNone/>
              <a:defRPr sz="1800" b="1">
                <a:solidFill>
                  <a:srgbClr val="596560"/>
                </a:solidFill>
              </a:defRPr>
            </a:lvl4pPr>
            <a:lvl5pPr algn="ctr">
              <a:buNone/>
              <a:defRPr sz="1800" b="1">
                <a:solidFill>
                  <a:srgbClr val="596560"/>
                </a:solidFill>
              </a:defRPr>
            </a:lvl5pPr>
            <a:lvl6pPr algn="ctr">
              <a:buNone/>
              <a:defRPr sz="1800" b="1">
                <a:solidFill>
                  <a:srgbClr val="596560"/>
                </a:solidFill>
              </a:defRPr>
            </a:lvl6pPr>
            <a:lvl7pPr algn="ctr">
              <a:buNone/>
              <a:defRPr sz="1800" b="1">
                <a:solidFill>
                  <a:srgbClr val="596560"/>
                </a:solidFill>
              </a:defRPr>
            </a:lvl7pPr>
            <a:lvl8pPr algn="ctr">
              <a:buNone/>
              <a:defRPr sz="1800" b="1">
                <a:solidFill>
                  <a:srgbClr val="596560"/>
                </a:solidFill>
              </a:defRPr>
            </a:lvl8pPr>
            <a:lvl9pPr algn="ctr">
              <a:buNone/>
              <a:defRPr sz="1800" b="1">
                <a:solidFill>
                  <a:srgbClr val="596560"/>
                </a:solidFill>
              </a:defRPr>
            </a:lvl9pPr>
          </a:lstStyle>
          <a:p xmlns:a="http://schemas.openxmlformats.org/drawingml/2006/main">
            <a:pPr algn="ctr">
              <a:buNone/>
              <a:defRPr sz="1800" b="1">
                <a:solidFill>
                  <a:srgbClr val="596560"/>
                </a:solidFill>
              </a:defRPr>
            </a:pPr>
            <a:r>
              <a:rPr sz="1800" b="1">
                <a:solidFill>
                  <a:srgbClr val="596560"/>
                </a:solidFill>
              </a:rPr>
              <a:t>→</a:t>
            </a:r>
          </a:p>
        </p:txBody>
      </p:sp>
      <p:sp>
        <p:nvSpPr>
          <p:cNvPr id="25" name="">
            <a:extLst xmlns:a="http://schemas.openxmlformats.org/drawingml/2006/main">
              <a:ext uri="{FF2B5EF4-FFF2-40B4-BE49-F238E27FC236}">
                <a16:creationId xmlns:a16="http://schemas.microsoft.com/office/drawing/2014/main" id="{A7DC7AA8-112C-4379-8ED9-C0F873E1525F}"/>
              </a:ext>
            </a:extLst>
          </p:cNvPr>
          <p:cNvSpPr>
            <a:spLocks xmlns:a="http://schemas.openxmlformats.org/drawingml/2006/main" noGrp="1"/>
          </p:cNvSpPr>
          <p:nvPr/>
        </p:nvSpPr>
        <p:spPr>
          <a:xfrm xmlns:a="http://schemas.openxmlformats.org/drawingml/2006/main">
            <a:off x="8610600" y="2857500"/>
            <a:ext cx="2095500" cy="1066800"/>
          </a:xfrm>
          <a:prstGeom xmlns:a="http://schemas.openxmlformats.org/drawingml/2006/main" prst="rect">
            <a:avLst/>
          </a:prstGeom>
          <a:solidFill xmlns:a="http://schemas.openxmlformats.org/drawingml/2006/main">
            <a:srgbClr val="FBFAF7"/>
          </a:solidFill>
          <a:ln xmlns:a="http://schemas.openxmlformats.org/drawingml/2006/main" w="9525">
            <a:solidFill>
              <a:srgbClr val="D8D3CA"/>
            </a:solidFill>
            <a:prstDash val="solid"/>
          </a:ln>
        </p:spPr>
      </p:sp>
      <p:sp>
        <p:nvSpPr>
          <p:cNvPr id="26" name="">
            <a:extLst xmlns:a="http://schemas.openxmlformats.org/drawingml/2006/main">
              <a:ext uri="{FF2B5EF4-FFF2-40B4-BE49-F238E27FC236}">
                <a16:creationId xmlns:a16="http://schemas.microsoft.com/office/drawing/2014/main" id="{97877652-E07A-46D3-825E-1ECF055709C9}"/>
              </a:ext>
            </a:extLst>
          </p:cNvPr>
          <p:cNvSpPr>
            <a:spLocks xmlns:a="http://schemas.openxmlformats.org/drawingml/2006/main" noGrp="1"/>
          </p:cNvSpPr>
          <p:nvPr/>
        </p:nvSpPr>
        <p:spPr>
          <a:xfrm xmlns:a="http://schemas.openxmlformats.org/drawingml/2006/main">
            <a:off x="8763000" y="2990850"/>
            <a:ext cx="1790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D95C3D"/>
                </a:solidFill>
              </a:defRPr>
            </a:defPPr>
            <a:lvl1pPr algn="l">
              <a:buNone/>
              <a:defRPr sz="1275" b="1">
                <a:solidFill>
                  <a:srgbClr val="D95C3D"/>
                </a:solidFill>
              </a:defRPr>
            </a:lvl1pPr>
            <a:lvl2pPr algn="l">
              <a:buNone/>
              <a:defRPr sz="1275" b="1">
                <a:solidFill>
                  <a:srgbClr val="D95C3D"/>
                </a:solidFill>
              </a:defRPr>
            </a:lvl2pPr>
            <a:lvl3pPr algn="l">
              <a:buNone/>
              <a:defRPr sz="1275" b="1">
                <a:solidFill>
                  <a:srgbClr val="D95C3D"/>
                </a:solidFill>
              </a:defRPr>
            </a:lvl3pPr>
            <a:lvl4pPr algn="l">
              <a:buNone/>
              <a:defRPr sz="1275" b="1">
                <a:solidFill>
                  <a:srgbClr val="D95C3D"/>
                </a:solidFill>
              </a:defRPr>
            </a:lvl4pPr>
            <a:lvl5pPr algn="l">
              <a:buNone/>
              <a:defRPr sz="1275" b="1">
                <a:solidFill>
                  <a:srgbClr val="D95C3D"/>
                </a:solidFill>
              </a:defRPr>
            </a:lvl5pPr>
            <a:lvl6pPr algn="l">
              <a:buNone/>
              <a:defRPr sz="1275" b="1">
                <a:solidFill>
                  <a:srgbClr val="D95C3D"/>
                </a:solidFill>
              </a:defRPr>
            </a:lvl6pPr>
            <a:lvl7pPr algn="l">
              <a:buNone/>
              <a:defRPr sz="1275" b="1">
                <a:solidFill>
                  <a:srgbClr val="D95C3D"/>
                </a:solidFill>
              </a:defRPr>
            </a:lvl7pPr>
            <a:lvl8pPr algn="l">
              <a:buNone/>
              <a:defRPr sz="1275" b="1">
                <a:solidFill>
                  <a:srgbClr val="D95C3D"/>
                </a:solidFill>
              </a:defRPr>
            </a:lvl8pPr>
            <a:lvl9pPr algn="l">
              <a:buNone/>
              <a:defRPr sz="1275" b="1">
                <a:solidFill>
                  <a:srgbClr val="D95C3D"/>
                </a:solidFill>
              </a:defRPr>
            </a:lvl9pPr>
          </a:lstStyle>
          <a:p xmlns:a="http://schemas.openxmlformats.org/drawingml/2006/main">
            <a:pPr algn="l">
              <a:buNone/>
              <a:defRPr sz="1275" b="1">
                <a:solidFill>
                  <a:srgbClr val="D95C3D"/>
                </a:solidFill>
              </a:defRPr>
            </a:pPr>
            <a:r>
              <a:rPr sz="1275" b="1">
                <a:solidFill>
                  <a:srgbClr val="D95C3D"/>
                </a:solidFill>
              </a:rPr>
              <a:t>Factory</a:t>
            </a:r>
          </a:p>
        </p:txBody>
      </p:sp>
      <p:sp>
        <p:nvSpPr>
          <p:cNvPr id="27" name="">
            <a:extLst xmlns:a="http://schemas.openxmlformats.org/drawingml/2006/main">
              <a:ext uri="{FF2B5EF4-FFF2-40B4-BE49-F238E27FC236}">
                <a16:creationId xmlns:a16="http://schemas.microsoft.com/office/drawing/2014/main" id="{C31BFABF-3BEE-4986-80A6-9B2B6A889987}"/>
              </a:ext>
            </a:extLst>
          </p:cNvPr>
          <p:cNvSpPr>
            <a:spLocks xmlns:a="http://schemas.openxmlformats.org/drawingml/2006/main" noGrp="1"/>
          </p:cNvSpPr>
          <p:nvPr/>
        </p:nvSpPr>
        <p:spPr>
          <a:xfrm xmlns:a="http://schemas.openxmlformats.org/drawingml/2006/main">
            <a:off x="8763000" y="3371850"/>
            <a:ext cx="1790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11F"/>
                </a:solidFill>
              </a:defRPr>
            </a:defPPr>
            <a:lvl1pPr algn="l">
              <a:buNone/>
              <a:defRPr sz="1350" b="0">
                <a:solidFill>
                  <a:srgbClr val="17211F"/>
                </a:solidFill>
              </a:defRPr>
            </a:lvl1pPr>
            <a:lvl2pPr algn="l">
              <a:buNone/>
              <a:defRPr sz="1350" b="0">
                <a:solidFill>
                  <a:srgbClr val="17211F"/>
                </a:solidFill>
              </a:defRPr>
            </a:lvl2pPr>
            <a:lvl3pPr algn="l">
              <a:buNone/>
              <a:defRPr sz="1350" b="0">
                <a:solidFill>
                  <a:srgbClr val="17211F"/>
                </a:solidFill>
              </a:defRPr>
            </a:lvl3pPr>
            <a:lvl4pPr algn="l">
              <a:buNone/>
              <a:defRPr sz="1350" b="0">
                <a:solidFill>
                  <a:srgbClr val="17211F"/>
                </a:solidFill>
              </a:defRPr>
            </a:lvl4pPr>
            <a:lvl5pPr algn="l">
              <a:buNone/>
              <a:defRPr sz="1350" b="0">
                <a:solidFill>
                  <a:srgbClr val="17211F"/>
                </a:solidFill>
              </a:defRPr>
            </a:lvl5pPr>
            <a:lvl6pPr algn="l">
              <a:buNone/>
              <a:defRPr sz="1350" b="0">
                <a:solidFill>
                  <a:srgbClr val="17211F"/>
                </a:solidFill>
              </a:defRPr>
            </a:lvl6pPr>
            <a:lvl7pPr algn="l">
              <a:buNone/>
              <a:defRPr sz="1350" b="0">
                <a:solidFill>
                  <a:srgbClr val="17211F"/>
                </a:solidFill>
              </a:defRPr>
            </a:lvl7pPr>
            <a:lvl8pPr algn="l">
              <a:buNone/>
              <a:defRPr sz="1350" b="0">
                <a:solidFill>
                  <a:srgbClr val="17211F"/>
                </a:solidFill>
              </a:defRPr>
            </a:lvl8pPr>
            <a:lvl9pPr algn="l">
              <a:buNone/>
              <a:defRPr sz="1350" b="0">
                <a:solidFill>
                  <a:srgbClr val="17211F"/>
                </a:solidFill>
              </a:defRPr>
            </a:lvl9pPr>
          </a:lstStyle>
          <a:p xmlns:a="http://schemas.openxmlformats.org/drawingml/2006/main">
            <a:pPr algn="l">
              <a:buNone/>
              <a:defRPr sz="1350" b="0">
                <a:solidFill>
                  <a:srgbClr val="17211F"/>
                </a:solidFill>
              </a:defRPr>
            </a:pPr>
            <a:r>
              <a:rPr sz="1350" b="0">
                <a:solidFill>
                  <a:srgbClr val="17211F"/>
                </a:solidFill>
              </a:rPr>
              <a:t>searches records</a:t>
            </a:r>
          </a:p>
        </p:txBody>
      </p:sp>
      <p:sp>
        <p:nvSpPr>
          <p:cNvPr id="28" name="">
            <a:extLst xmlns:a="http://schemas.openxmlformats.org/drawingml/2006/main">
              <a:ext uri="{FF2B5EF4-FFF2-40B4-BE49-F238E27FC236}">
                <a16:creationId xmlns:a16="http://schemas.microsoft.com/office/drawing/2014/main" id="{13613348-25F7-4991-A1D1-B4B10F6D15C5}"/>
              </a:ext>
            </a:extLst>
          </p:cNvPr>
          <p:cNvSpPr>
            <a:spLocks xmlns:a="http://schemas.openxmlformats.org/drawingml/2006/main" noGrp="1"/>
          </p:cNvSpPr>
          <p:nvPr/>
        </p:nvSpPr>
        <p:spPr>
          <a:xfrm xmlns:a="http://schemas.openxmlformats.org/drawingml/2006/main">
            <a:off x="781050" y="4286250"/>
            <a:ext cx="10287000" cy="9525"/>
          </a:xfrm>
          <a:prstGeom xmlns:a="http://schemas.openxmlformats.org/drawingml/2006/main" prst="rect">
            <a:avLst/>
          </a:prstGeom>
          <a:solidFill xmlns:a="http://schemas.openxmlformats.org/drawingml/2006/main">
            <a:srgbClr val="D8D3CA"/>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07662372-616D-4987-A3EF-DB2DC7181937}"/>
              </a:ext>
            </a:extLst>
          </p:cNvPr>
          <p:cNvSpPr>
            <a:spLocks xmlns:a="http://schemas.openxmlformats.org/drawingml/2006/main" noGrp="1"/>
          </p:cNvSpPr>
          <p:nvPr/>
        </p:nvSpPr>
        <p:spPr>
          <a:xfrm xmlns:a="http://schemas.openxmlformats.org/drawingml/2006/main">
            <a:off x="790575" y="4552950"/>
            <a:ext cx="1019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597A65"/>
                </a:solidFill>
              </a:defRPr>
            </a:defPPr>
            <a:lvl1pPr algn="l">
              <a:buNone/>
              <a:defRPr sz="1650" b="1">
                <a:solidFill>
                  <a:srgbClr val="597A65"/>
                </a:solidFill>
              </a:defRPr>
            </a:lvl1pPr>
            <a:lvl2pPr algn="l">
              <a:buNone/>
              <a:defRPr sz="1650" b="1">
                <a:solidFill>
                  <a:srgbClr val="597A65"/>
                </a:solidFill>
              </a:defRPr>
            </a:lvl2pPr>
            <a:lvl3pPr algn="l">
              <a:buNone/>
              <a:defRPr sz="1650" b="1">
                <a:solidFill>
                  <a:srgbClr val="597A65"/>
                </a:solidFill>
              </a:defRPr>
            </a:lvl3pPr>
            <a:lvl4pPr algn="l">
              <a:buNone/>
              <a:defRPr sz="1650" b="1">
                <a:solidFill>
                  <a:srgbClr val="597A65"/>
                </a:solidFill>
              </a:defRPr>
            </a:lvl4pPr>
            <a:lvl5pPr algn="l">
              <a:buNone/>
              <a:defRPr sz="1650" b="1">
                <a:solidFill>
                  <a:srgbClr val="597A65"/>
                </a:solidFill>
              </a:defRPr>
            </a:lvl5pPr>
            <a:lvl6pPr algn="l">
              <a:buNone/>
              <a:defRPr sz="1650" b="1">
                <a:solidFill>
                  <a:srgbClr val="597A65"/>
                </a:solidFill>
              </a:defRPr>
            </a:lvl6pPr>
            <a:lvl7pPr algn="l">
              <a:buNone/>
              <a:defRPr sz="1650" b="1">
                <a:solidFill>
                  <a:srgbClr val="597A65"/>
                </a:solidFill>
              </a:defRPr>
            </a:lvl7pPr>
            <a:lvl8pPr algn="l">
              <a:buNone/>
              <a:defRPr sz="1650" b="1">
                <a:solidFill>
                  <a:srgbClr val="597A65"/>
                </a:solidFill>
              </a:defRPr>
            </a:lvl8pPr>
            <a:lvl9pPr algn="l">
              <a:buNone/>
              <a:defRPr sz="1650" b="1">
                <a:solidFill>
                  <a:srgbClr val="597A65"/>
                </a:solidFill>
              </a:defRPr>
            </a:lvl9pPr>
          </a:lstStyle>
          <a:p xmlns:a="http://schemas.openxmlformats.org/drawingml/2006/main">
            <a:pPr algn="l">
              <a:buNone/>
              <a:defRPr sz="1650" b="1">
                <a:solidFill>
                  <a:srgbClr val="597A65"/>
                </a:solidFill>
              </a:defRPr>
            </a:pPr>
            <a:r>
              <a:rPr sz="1650" b="1">
                <a:solidFill>
                  <a:srgbClr val="597A65"/>
                </a:solidFill>
              </a:rPr>
              <a:t>ForgeFlow keeps order status, production stages and quality records on one fulfillment trail.</a:t>
            </a:r>
          </a:p>
        </p:txBody>
      </p:sp>
      <p:sp>
        <p:nvSpPr>
          <p:cNvPr id="30" name="">
            <a:extLst xmlns:a="http://schemas.openxmlformats.org/drawingml/2006/main">
              <a:ext uri="{FF2B5EF4-FFF2-40B4-BE49-F238E27FC236}">
                <a16:creationId xmlns:a16="http://schemas.microsoft.com/office/drawing/2014/main" id="{0673BB73-C135-484A-A73F-B7EDE4029196}"/>
              </a:ext>
            </a:extLst>
          </p:cNvPr>
          <p:cNvSpPr>
            <a:spLocks xmlns:a="http://schemas.openxmlformats.org/drawingml/2006/main" noGrp="1"/>
          </p:cNvSpPr>
          <p:nvPr/>
        </p:nvSpPr>
        <p:spPr>
          <a:xfrm xmlns:a="http://schemas.openxmlformats.org/drawingml/2006/main">
            <a:off x="790575" y="5019675"/>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96560"/>
                </a:solidFill>
              </a:defRPr>
            </a:defPPr>
            <a:lvl1pPr algn="l">
              <a:buNone/>
              <a:defRPr sz="1275" b="0">
                <a:solidFill>
                  <a:srgbClr val="596560"/>
                </a:solidFill>
              </a:defRPr>
            </a:lvl1pPr>
            <a:lvl2pPr algn="l">
              <a:buNone/>
              <a:defRPr sz="1275" b="0">
                <a:solidFill>
                  <a:srgbClr val="596560"/>
                </a:solidFill>
              </a:defRPr>
            </a:lvl2pPr>
            <a:lvl3pPr algn="l">
              <a:buNone/>
              <a:defRPr sz="1275" b="0">
                <a:solidFill>
                  <a:srgbClr val="596560"/>
                </a:solidFill>
              </a:defRPr>
            </a:lvl3pPr>
            <a:lvl4pPr algn="l">
              <a:buNone/>
              <a:defRPr sz="1275" b="0">
                <a:solidFill>
                  <a:srgbClr val="596560"/>
                </a:solidFill>
              </a:defRPr>
            </a:lvl4pPr>
            <a:lvl5pPr algn="l">
              <a:buNone/>
              <a:defRPr sz="1275" b="0">
                <a:solidFill>
                  <a:srgbClr val="596560"/>
                </a:solidFill>
              </a:defRPr>
            </a:lvl5pPr>
            <a:lvl6pPr algn="l">
              <a:buNone/>
              <a:defRPr sz="1275" b="0">
                <a:solidFill>
                  <a:srgbClr val="596560"/>
                </a:solidFill>
              </a:defRPr>
            </a:lvl6pPr>
            <a:lvl7pPr algn="l">
              <a:buNone/>
              <a:defRPr sz="1275" b="0">
                <a:solidFill>
                  <a:srgbClr val="596560"/>
                </a:solidFill>
              </a:defRPr>
            </a:lvl7pPr>
            <a:lvl8pPr algn="l">
              <a:buNone/>
              <a:defRPr sz="1275" b="0">
                <a:solidFill>
                  <a:srgbClr val="596560"/>
                </a:solidFill>
              </a:defRPr>
            </a:lvl8pPr>
            <a:lvl9pPr algn="l">
              <a:buNone/>
              <a:defRPr sz="1275" b="0">
                <a:solidFill>
                  <a:srgbClr val="596560"/>
                </a:solidFill>
              </a:defRPr>
            </a:lvl9pPr>
          </a:lstStyle>
          <a:p xmlns:a="http://schemas.openxmlformats.org/drawingml/2006/main">
            <a:pPr algn="l">
              <a:buNone/>
              <a:defRPr sz="1275" b="0">
                <a:solidFill>
                  <a:srgbClr val="596560"/>
                </a:solidFill>
              </a:defRPr>
            </a:pPr>
            <a:r>
              <a:rPr sz="1275" b="0">
                <a:solidFill>
                  <a:srgbClr val="596560"/>
                </a:solidFill>
              </a:rPr>
              <a:t>The customer-side Sales account sees its own orders. Managers review the same order; factory updates are visible to the roles that need them.</a:t>
            </a:r>
          </a:p>
        </p:txBody>
      </p:sp>
      <p:sp>
        <p:nvSpPr>
          <p:cNvPr id="31" name="">
            <a:extLst xmlns:a="http://schemas.openxmlformats.org/drawingml/2006/main">
              <a:ext uri="{FF2B5EF4-FFF2-40B4-BE49-F238E27FC236}">
                <a16:creationId xmlns:a16="http://schemas.microsoft.com/office/drawing/2014/main" id="{8F3228C3-62FA-4096-986F-B2D1F873A763}"/>
              </a:ext>
            </a:extLst>
          </p:cNvPr>
          <p:cNvSpPr>
            <a:spLocks xmlns:a="http://schemas.openxmlformats.org/drawingml/2006/main" noGrp="1"/>
          </p:cNvSpPr>
          <p:nvPr/>
        </p:nvSpPr>
        <p:spPr>
          <a:xfrm xmlns:a="http://schemas.openxmlformats.org/drawingml/2006/main">
            <a:off x="790575" y="5686425"/>
            <a:ext cx="2857500" cy="266700"/>
          </a:xfrm>
          <a:prstGeom xmlns:a="http://schemas.openxmlformats.org/drawingml/2006/main" prst="roundRect">
            <a:avLst>
              <a:gd name="adj" fmla="val 28571"/>
            </a:avLst>
          </a:prstGeom>
          <a:solidFill xmlns:a="http://schemas.openxmlformats.org/drawingml/2006/main">
            <a:srgbClr val="22312F"/>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C5F0EDAC-8321-42E6-8554-FFF89A8E8086}"/>
              </a:ext>
            </a:extLst>
          </p:cNvPr>
          <p:cNvSpPr>
            <a:spLocks xmlns:a="http://schemas.openxmlformats.org/drawingml/2006/main" noGrp="1"/>
          </p:cNvSpPr>
          <p:nvPr/>
        </p:nvSpPr>
        <p:spPr>
          <a:xfrm xmlns:a="http://schemas.openxmlformats.org/drawingml/2006/main">
            <a:off x="866775" y="5695950"/>
            <a:ext cx="2705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75" b="1">
                <a:solidFill>
                  <a:srgbClr val="FFFFFF"/>
                </a:solidFill>
              </a:defRPr>
            </a:defPPr>
            <a:lvl1pPr algn="ctr">
              <a:buNone/>
              <a:defRPr sz="975" b="1">
                <a:solidFill>
                  <a:srgbClr val="FFFFFF"/>
                </a:solidFill>
              </a:defRPr>
            </a:lvl1pPr>
            <a:lvl2pPr algn="ctr">
              <a:buNone/>
              <a:defRPr sz="975" b="1">
                <a:solidFill>
                  <a:srgbClr val="FFFFFF"/>
                </a:solidFill>
              </a:defRPr>
            </a:lvl2pPr>
            <a:lvl3pPr algn="ctr">
              <a:buNone/>
              <a:defRPr sz="975" b="1">
                <a:solidFill>
                  <a:srgbClr val="FFFFFF"/>
                </a:solidFill>
              </a:defRPr>
            </a:lvl3pPr>
            <a:lvl4pPr algn="ctr">
              <a:buNone/>
              <a:defRPr sz="975" b="1">
                <a:solidFill>
                  <a:srgbClr val="FFFFFF"/>
                </a:solidFill>
              </a:defRPr>
            </a:lvl4pPr>
            <a:lvl5pPr algn="ctr">
              <a:buNone/>
              <a:defRPr sz="975" b="1">
                <a:solidFill>
                  <a:srgbClr val="FFFFFF"/>
                </a:solidFill>
              </a:defRPr>
            </a:lvl5pPr>
            <a:lvl6pPr algn="ctr">
              <a:buNone/>
              <a:defRPr sz="975" b="1">
                <a:solidFill>
                  <a:srgbClr val="FFFFFF"/>
                </a:solidFill>
              </a:defRPr>
            </a:lvl6pPr>
            <a:lvl7pPr algn="ctr">
              <a:buNone/>
              <a:defRPr sz="975" b="1">
                <a:solidFill>
                  <a:srgbClr val="FFFFFF"/>
                </a:solidFill>
              </a:defRPr>
            </a:lvl7pPr>
            <a:lvl8pPr algn="ctr">
              <a:buNone/>
              <a:defRPr sz="975" b="1">
                <a:solidFill>
                  <a:srgbClr val="FFFFFF"/>
                </a:solidFill>
              </a:defRPr>
            </a:lvl8pPr>
            <a:lvl9pPr algn="ctr">
              <a:buNone/>
              <a:defRPr sz="975" b="1">
                <a:solidFill>
                  <a:srgbClr val="FFFFFF"/>
                </a:solidFill>
              </a:defRPr>
            </a:lvl9pPr>
          </a:lstStyle>
          <a:p xmlns:a="http://schemas.openxmlformats.org/drawingml/2006/main">
            <a:pPr algn="ctr">
              <a:buNone/>
              <a:defRPr sz="975" b="1">
                <a:solidFill>
                  <a:srgbClr val="FFFFFF"/>
                </a:solidFill>
              </a:defRPr>
            </a:pPr>
            <a:r>
              <a:rPr sz="975" b="1">
                <a:solidFill>
                  <a:srgbClr val="FFFFFF"/>
                </a:solidFill>
              </a:rPr>
              <a:t>Less waiting. Fewer repeat inquiries.</a:t>
            </a:r>
          </a:p>
        </p:txBody>
      </p:sp>
    </p:spTree>
    <p:extLst>
      <p:ext uri="{BB962C8B-B14F-4D97-AF65-F5344CB8AC3E}">
        <p14:creationId xmlns:p14="http://schemas.microsoft.com/office/powerpoint/2010/main" val="1110747281"/>
      </p:ext>
    </p:extLst>
  </p:cSld>
</p:sld>
</file>

<file path=ppt/slides/slide4.xml><?xml version="1.0" encoding="utf-8"?>
<p:sld xmlns:p="http://schemas.openxmlformats.org/presentationml/2006/main">
  <p:cSld>
    <p:bg>
      <p:bgPr>
        <a:solidFill xmlns:a="http://schemas.openxmlformats.org/drawingml/2006/main">
          <a:srgbClr val="F3F0E9"/>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56775280-6669-48D2-A9DD-64EB27C097B5}"/>
              </a:ext>
            </a:extLst>
          </p:cNvPr>
          <p:cNvSpPr>
            <a:spLocks xmlns:a="http://schemas.openxmlformats.org/drawingml/2006/main" noGrp="1"/>
          </p:cNvSpPr>
          <p:nvPr/>
        </p:nvSpPr>
        <p:spPr>
          <a:xfrm xmlns:a="http://schemas.openxmlformats.org/drawingml/2006/main">
            <a:off x="0" y="0"/>
            <a:ext cx="12192000" cy="495300"/>
          </a:xfrm>
          <a:prstGeom xmlns:a="http://schemas.openxmlformats.org/drawingml/2006/main" prst="rect">
            <a:avLst/>
          </a:prstGeom>
          <a:solidFill xmlns:a="http://schemas.openxmlformats.org/drawingml/2006/main">
            <a:srgbClr val="1721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9D61902-F3E8-4B80-AC22-0EDD3D34D4DB}"/>
              </a:ext>
            </a:extLst>
          </p:cNvPr>
          <p:cNvSpPr>
            <a:spLocks xmlns:a="http://schemas.openxmlformats.org/drawingml/2006/main" noGrp="1"/>
          </p:cNvSpPr>
          <p:nvPr/>
        </p:nvSpPr>
        <p:spPr>
          <a:xfrm xmlns:a="http://schemas.openxmlformats.org/drawingml/2006/main">
            <a:off x="304800" y="114300"/>
            <a:ext cx="247650" cy="257175"/>
          </a:xfrm>
          <a:prstGeom xmlns:a="http://schemas.openxmlformats.org/drawingml/2006/main" prst="roundRect">
            <a:avLst>
              <a:gd name="adj" fmla="val 30769"/>
            </a:avLst>
          </a:prstGeom>
          <a:solidFill xmlns:a="http://schemas.openxmlformats.org/drawingml/2006/main">
            <a:srgbClr val="D95C3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5B4CE0A-6FA6-4D15-A6C2-9648357AE929}"/>
              </a:ext>
            </a:extLst>
          </p:cNvPr>
          <p:cNvSpPr>
            <a:spLocks xmlns:a="http://schemas.openxmlformats.org/drawingml/2006/main" noGrp="1"/>
          </p:cNvSpPr>
          <p:nvPr/>
        </p:nvSpPr>
        <p:spPr>
          <a:xfrm xmlns:a="http://schemas.openxmlformats.org/drawingml/2006/main">
            <a:off x="304800" y="104775"/>
            <a:ext cx="247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1">
                <a:solidFill>
                  <a:srgbClr val="FFFFFF"/>
                </a:solidFill>
              </a:defRPr>
            </a:defPPr>
            <a:lvl1pPr algn="ctr">
              <a:buNone/>
              <a:defRPr sz="1275" b="1">
                <a:solidFill>
                  <a:srgbClr val="FFFFFF"/>
                </a:solidFill>
              </a:defRPr>
            </a:lvl1pPr>
            <a:lvl2pPr algn="ctr">
              <a:buNone/>
              <a:defRPr sz="1275" b="1">
                <a:solidFill>
                  <a:srgbClr val="FFFFFF"/>
                </a:solidFill>
              </a:defRPr>
            </a:lvl2pPr>
            <a:lvl3pPr algn="ctr">
              <a:buNone/>
              <a:defRPr sz="1275" b="1">
                <a:solidFill>
                  <a:srgbClr val="FFFFFF"/>
                </a:solidFill>
              </a:defRPr>
            </a:lvl3pPr>
            <a:lvl4pPr algn="ctr">
              <a:buNone/>
              <a:defRPr sz="1275" b="1">
                <a:solidFill>
                  <a:srgbClr val="FFFFFF"/>
                </a:solidFill>
              </a:defRPr>
            </a:lvl4pPr>
            <a:lvl5pPr algn="ctr">
              <a:buNone/>
              <a:defRPr sz="1275" b="1">
                <a:solidFill>
                  <a:srgbClr val="FFFFFF"/>
                </a:solidFill>
              </a:defRPr>
            </a:lvl5pPr>
            <a:lvl6pPr algn="ctr">
              <a:buNone/>
              <a:defRPr sz="1275" b="1">
                <a:solidFill>
                  <a:srgbClr val="FFFFFF"/>
                </a:solidFill>
              </a:defRPr>
            </a:lvl6pPr>
            <a:lvl7pPr algn="ctr">
              <a:buNone/>
              <a:defRPr sz="1275" b="1">
                <a:solidFill>
                  <a:srgbClr val="FFFFFF"/>
                </a:solidFill>
              </a:defRPr>
            </a:lvl7pPr>
            <a:lvl8pPr algn="ctr">
              <a:buNone/>
              <a:defRPr sz="1275" b="1">
                <a:solidFill>
                  <a:srgbClr val="FFFFFF"/>
                </a:solidFill>
              </a:defRPr>
            </a:lvl8pPr>
            <a:lvl9pPr algn="ctr">
              <a:buNone/>
              <a:defRPr sz="1275" b="1">
                <a:solidFill>
                  <a:srgbClr val="FFFFFF"/>
                </a:solidFill>
              </a:defRPr>
            </a:lvl9pPr>
          </a:lstStyle>
          <a:p xmlns:a="http://schemas.openxmlformats.org/drawingml/2006/main">
            <a:pPr algn="ctr">
              <a:buNone/>
              <a:defRPr sz="1275" b="1">
                <a:solidFill>
                  <a:srgbClr val="FFFFFF"/>
                </a:solidFill>
              </a:defRPr>
            </a:pPr>
            <a:r>
              <a:rPr sz="1275" b="1">
                <a:solidFill>
                  <a:srgbClr val="FFFFFF"/>
                </a:solidFill>
              </a:rPr>
              <a:t>F</a:t>
            </a:r>
          </a:p>
        </p:txBody>
      </p:sp>
      <p:sp>
        <p:nvSpPr>
          <p:cNvPr id="4" name="">
            <a:extLst xmlns:a="http://schemas.openxmlformats.org/drawingml/2006/main">
              <a:ext uri="{FF2B5EF4-FFF2-40B4-BE49-F238E27FC236}">
                <a16:creationId xmlns:a16="http://schemas.microsoft.com/office/drawing/2014/main" id="{AFA9A453-8B44-4056-B29F-50442507B459}"/>
              </a:ext>
            </a:extLst>
          </p:cNvPr>
          <p:cNvSpPr>
            <a:spLocks xmlns:a="http://schemas.openxmlformats.org/drawingml/2006/main" noGrp="1"/>
          </p:cNvSpPr>
          <p:nvPr/>
        </p:nvSpPr>
        <p:spPr>
          <a:xfrm xmlns:a="http://schemas.openxmlformats.org/drawingml/2006/main">
            <a:off x="676275" y="95250"/>
            <a:ext cx="1714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FFFFFF"/>
                </a:solidFill>
              </a:defRPr>
            </a:defPPr>
            <a:lvl1pPr algn="l">
              <a:buNone/>
              <a:defRPr sz="1425" b="1">
                <a:solidFill>
                  <a:srgbClr val="FFFFFF"/>
                </a:solidFill>
              </a:defRPr>
            </a:lvl1pPr>
            <a:lvl2pPr algn="l">
              <a:buNone/>
              <a:defRPr sz="1425" b="1">
                <a:solidFill>
                  <a:srgbClr val="FFFFFF"/>
                </a:solidFill>
              </a:defRPr>
            </a:lvl2pPr>
            <a:lvl3pPr algn="l">
              <a:buNone/>
              <a:defRPr sz="1425" b="1">
                <a:solidFill>
                  <a:srgbClr val="FFFFFF"/>
                </a:solidFill>
              </a:defRPr>
            </a:lvl3pPr>
            <a:lvl4pPr algn="l">
              <a:buNone/>
              <a:defRPr sz="1425" b="1">
                <a:solidFill>
                  <a:srgbClr val="FFFFFF"/>
                </a:solidFill>
              </a:defRPr>
            </a:lvl4pPr>
            <a:lvl5pPr algn="l">
              <a:buNone/>
              <a:defRPr sz="1425" b="1">
                <a:solidFill>
                  <a:srgbClr val="FFFFFF"/>
                </a:solidFill>
              </a:defRPr>
            </a:lvl5pPr>
            <a:lvl6pPr algn="l">
              <a:buNone/>
              <a:defRPr sz="1425" b="1">
                <a:solidFill>
                  <a:srgbClr val="FFFFFF"/>
                </a:solidFill>
              </a:defRPr>
            </a:lvl6pPr>
            <a:lvl7pPr algn="l">
              <a:buNone/>
              <a:defRPr sz="1425" b="1">
                <a:solidFill>
                  <a:srgbClr val="FFFFFF"/>
                </a:solidFill>
              </a:defRPr>
            </a:lvl7pPr>
            <a:lvl8pPr algn="l">
              <a:buNone/>
              <a:defRPr sz="1425" b="1">
                <a:solidFill>
                  <a:srgbClr val="FFFFFF"/>
                </a:solidFill>
              </a:defRPr>
            </a:lvl8pPr>
            <a:lvl9pPr algn="l">
              <a:buNone/>
              <a:defRPr sz="1425" b="1">
                <a:solidFill>
                  <a:srgbClr val="FFFFFF"/>
                </a:solidFill>
              </a:defRPr>
            </a:lvl9pPr>
          </a:lstStyle>
          <a:p xmlns:a="http://schemas.openxmlformats.org/drawingml/2006/main">
            <a:pPr algn="l">
              <a:buNone/>
              <a:defRPr sz="1425" b="1">
                <a:solidFill>
                  <a:srgbClr val="FFFFFF"/>
                </a:solidFill>
              </a:defRPr>
            </a:pPr>
            <a:r>
              <a:rPr sz="1425" b="1">
                <a:solidFill>
                  <a:srgbClr val="FFFFFF"/>
                </a:solidFill>
              </a:rPr>
              <a:t>ForgeFlow</a:t>
            </a:r>
          </a:p>
        </p:txBody>
      </p:sp>
      <p:sp>
        <p:nvSpPr>
          <p:cNvPr id="5" name="">
            <a:extLst xmlns:a="http://schemas.openxmlformats.org/drawingml/2006/main">
              <a:ext uri="{FF2B5EF4-FFF2-40B4-BE49-F238E27FC236}">
                <a16:creationId xmlns:a16="http://schemas.microsoft.com/office/drawing/2014/main" id="{E1B11686-4F01-403E-BDA1-87F8CC15AF56}"/>
              </a:ext>
            </a:extLst>
          </p:cNvPr>
          <p:cNvSpPr>
            <a:spLocks xmlns:a="http://schemas.openxmlformats.org/drawingml/2006/main" noGrp="1"/>
          </p:cNvSpPr>
          <p:nvPr/>
        </p:nvSpPr>
        <p:spPr>
          <a:xfrm xmlns:a="http://schemas.openxmlformats.org/drawingml/2006/main">
            <a:off x="8953500" y="104775"/>
            <a:ext cx="2714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DFE5DF"/>
                </a:solidFill>
              </a:defRPr>
            </a:defPPr>
            <a:lvl1pPr algn="r">
              <a:buNone/>
              <a:defRPr sz="975" b="1">
                <a:solidFill>
                  <a:srgbClr val="DFE5DF"/>
                </a:solidFill>
              </a:defRPr>
            </a:lvl1pPr>
            <a:lvl2pPr algn="r">
              <a:buNone/>
              <a:defRPr sz="975" b="1">
                <a:solidFill>
                  <a:srgbClr val="DFE5DF"/>
                </a:solidFill>
              </a:defRPr>
            </a:lvl2pPr>
            <a:lvl3pPr algn="r">
              <a:buNone/>
              <a:defRPr sz="975" b="1">
                <a:solidFill>
                  <a:srgbClr val="DFE5DF"/>
                </a:solidFill>
              </a:defRPr>
            </a:lvl3pPr>
            <a:lvl4pPr algn="r">
              <a:buNone/>
              <a:defRPr sz="975" b="1">
                <a:solidFill>
                  <a:srgbClr val="DFE5DF"/>
                </a:solidFill>
              </a:defRPr>
            </a:lvl4pPr>
            <a:lvl5pPr algn="r">
              <a:buNone/>
              <a:defRPr sz="975" b="1">
                <a:solidFill>
                  <a:srgbClr val="DFE5DF"/>
                </a:solidFill>
              </a:defRPr>
            </a:lvl5pPr>
            <a:lvl6pPr algn="r">
              <a:buNone/>
              <a:defRPr sz="975" b="1">
                <a:solidFill>
                  <a:srgbClr val="DFE5DF"/>
                </a:solidFill>
              </a:defRPr>
            </a:lvl6pPr>
            <a:lvl7pPr algn="r">
              <a:buNone/>
              <a:defRPr sz="975" b="1">
                <a:solidFill>
                  <a:srgbClr val="DFE5DF"/>
                </a:solidFill>
              </a:defRPr>
            </a:lvl7pPr>
            <a:lvl8pPr algn="r">
              <a:buNone/>
              <a:defRPr sz="975" b="1">
                <a:solidFill>
                  <a:srgbClr val="DFE5DF"/>
                </a:solidFill>
              </a:defRPr>
            </a:lvl8pPr>
            <a:lvl9pPr algn="r">
              <a:buNone/>
              <a:defRPr sz="975" b="1">
                <a:solidFill>
                  <a:srgbClr val="DFE5DF"/>
                </a:solidFill>
              </a:defRPr>
            </a:lvl9pPr>
          </a:lstStyle>
          <a:p xmlns:a="http://schemas.openxmlformats.org/drawingml/2006/main">
            <a:pPr algn="r">
              <a:buNone/>
              <a:defRPr sz="975" b="1">
                <a:solidFill>
                  <a:srgbClr val="DFE5DF"/>
                </a:solidFill>
              </a:defRPr>
            </a:pPr>
            <a:r>
              <a:rPr sz="975" b="1">
                <a:solidFill>
                  <a:srgbClr val="DFE5DF"/>
                </a:solidFill>
              </a:rPr>
              <a:t>SDC HACKATHON 2026</a:t>
            </a:r>
          </a:p>
        </p:txBody>
      </p:sp>
      <p:sp>
        <p:nvSpPr>
          <p:cNvPr id="6" name="">
            <a:extLst xmlns:a="http://schemas.openxmlformats.org/drawingml/2006/main">
              <a:ext uri="{FF2B5EF4-FFF2-40B4-BE49-F238E27FC236}">
                <a16:creationId xmlns:a16="http://schemas.microsoft.com/office/drawing/2014/main" id="{F9226A04-CF37-44A8-A19D-A168DCA1930F}"/>
              </a:ext>
            </a:extLst>
          </p:cNvPr>
          <p:cNvSpPr>
            <a:spLocks xmlns:a="http://schemas.openxmlformats.org/drawingml/2006/main" noGrp="1"/>
          </p:cNvSpPr>
          <p:nvPr/>
        </p:nvSpPr>
        <p:spPr>
          <a:xfrm xmlns:a="http://schemas.openxmlformats.org/drawingml/2006/main">
            <a:off x="666750" y="7048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D95C3D"/>
                </a:solidFill>
              </a:defRPr>
            </a:defPPr>
            <a:lvl1pPr algn="l">
              <a:buNone/>
              <a:defRPr sz="975" b="1">
                <a:solidFill>
                  <a:srgbClr val="D95C3D"/>
                </a:solidFill>
              </a:defRPr>
            </a:lvl1pPr>
            <a:lvl2pPr algn="l">
              <a:buNone/>
              <a:defRPr sz="975" b="1">
                <a:solidFill>
                  <a:srgbClr val="D95C3D"/>
                </a:solidFill>
              </a:defRPr>
            </a:lvl2pPr>
            <a:lvl3pPr algn="l">
              <a:buNone/>
              <a:defRPr sz="975" b="1">
                <a:solidFill>
                  <a:srgbClr val="D95C3D"/>
                </a:solidFill>
              </a:defRPr>
            </a:lvl3pPr>
            <a:lvl4pPr algn="l">
              <a:buNone/>
              <a:defRPr sz="975" b="1">
                <a:solidFill>
                  <a:srgbClr val="D95C3D"/>
                </a:solidFill>
              </a:defRPr>
            </a:lvl4pPr>
            <a:lvl5pPr algn="l">
              <a:buNone/>
              <a:defRPr sz="975" b="1">
                <a:solidFill>
                  <a:srgbClr val="D95C3D"/>
                </a:solidFill>
              </a:defRPr>
            </a:lvl5pPr>
            <a:lvl6pPr algn="l">
              <a:buNone/>
              <a:defRPr sz="975" b="1">
                <a:solidFill>
                  <a:srgbClr val="D95C3D"/>
                </a:solidFill>
              </a:defRPr>
            </a:lvl6pPr>
            <a:lvl7pPr algn="l">
              <a:buNone/>
              <a:defRPr sz="975" b="1">
                <a:solidFill>
                  <a:srgbClr val="D95C3D"/>
                </a:solidFill>
              </a:defRPr>
            </a:lvl7pPr>
            <a:lvl8pPr algn="l">
              <a:buNone/>
              <a:defRPr sz="975" b="1">
                <a:solidFill>
                  <a:srgbClr val="D95C3D"/>
                </a:solidFill>
              </a:defRPr>
            </a:lvl8pPr>
            <a:lvl9pPr algn="l">
              <a:buNone/>
              <a:defRPr sz="975" b="1">
                <a:solidFill>
                  <a:srgbClr val="D95C3D"/>
                </a:solidFill>
              </a:defRPr>
            </a:lvl9pPr>
          </a:lstStyle>
          <a:p xmlns:a="http://schemas.openxmlformats.org/drawingml/2006/main">
            <a:pPr algn="l">
              <a:buNone/>
              <a:defRPr sz="975" b="1">
                <a:solidFill>
                  <a:srgbClr val="D95C3D"/>
                </a:solidFill>
              </a:defRPr>
            </a:pPr>
            <a:r>
              <a:rPr sz="975" b="1">
                <a:solidFill>
                  <a:srgbClr val="D95C3D"/>
                </a:solidFill>
              </a:rPr>
              <a:t>02 · HOW CUSTOMERS USE IT</a:t>
            </a:r>
          </a:p>
        </p:txBody>
      </p:sp>
      <p:sp>
        <p:nvSpPr>
          <p:cNvPr id="7" name="">
            <a:extLst xmlns:a="http://schemas.openxmlformats.org/drawingml/2006/main">
              <a:ext uri="{FF2B5EF4-FFF2-40B4-BE49-F238E27FC236}">
                <a16:creationId xmlns:a16="http://schemas.microsoft.com/office/drawing/2014/main" id="{7E17FE73-3D1B-4362-83A2-18A1E007CD19}"/>
              </a:ext>
            </a:extLst>
          </p:cNvPr>
          <p:cNvSpPr>
            <a:spLocks xmlns:a="http://schemas.openxmlformats.org/drawingml/2006/main" noGrp="1"/>
          </p:cNvSpPr>
          <p:nvPr/>
        </p:nvSpPr>
        <p:spPr>
          <a:xfrm xmlns:a="http://schemas.openxmlformats.org/drawingml/2006/main">
            <a:off x="647700" y="1000125"/>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17211F"/>
                </a:solidFill>
              </a:defRPr>
            </a:defPPr>
            <a:lvl1pPr algn="l">
              <a:buNone/>
              <a:defRPr sz="2550" b="1">
                <a:solidFill>
                  <a:srgbClr val="17211F"/>
                </a:solidFill>
              </a:defRPr>
            </a:lvl1pPr>
            <a:lvl2pPr algn="l">
              <a:buNone/>
              <a:defRPr sz="2550" b="1">
                <a:solidFill>
                  <a:srgbClr val="17211F"/>
                </a:solidFill>
              </a:defRPr>
            </a:lvl2pPr>
            <a:lvl3pPr algn="l">
              <a:buNone/>
              <a:defRPr sz="2550" b="1">
                <a:solidFill>
                  <a:srgbClr val="17211F"/>
                </a:solidFill>
              </a:defRPr>
            </a:lvl3pPr>
            <a:lvl4pPr algn="l">
              <a:buNone/>
              <a:defRPr sz="2550" b="1">
                <a:solidFill>
                  <a:srgbClr val="17211F"/>
                </a:solidFill>
              </a:defRPr>
            </a:lvl4pPr>
            <a:lvl5pPr algn="l">
              <a:buNone/>
              <a:defRPr sz="2550" b="1">
                <a:solidFill>
                  <a:srgbClr val="17211F"/>
                </a:solidFill>
              </a:defRPr>
            </a:lvl5pPr>
            <a:lvl6pPr algn="l">
              <a:buNone/>
              <a:defRPr sz="2550" b="1">
                <a:solidFill>
                  <a:srgbClr val="17211F"/>
                </a:solidFill>
              </a:defRPr>
            </a:lvl6pPr>
            <a:lvl7pPr algn="l">
              <a:buNone/>
              <a:defRPr sz="2550" b="1">
                <a:solidFill>
                  <a:srgbClr val="17211F"/>
                </a:solidFill>
              </a:defRPr>
            </a:lvl7pPr>
            <a:lvl8pPr algn="l">
              <a:buNone/>
              <a:defRPr sz="2550" b="1">
                <a:solidFill>
                  <a:srgbClr val="17211F"/>
                </a:solidFill>
              </a:defRPr>
            </a:lvl8pPr>
            <a:lvl9pPr algn="l">
              <a:buNone/>
              <a:defRPr sz="2550" b="1">
                <a:solidFill>
                  <a:srgbClr val="17211F"/>
                </a:solidFill>
              </a:defRPr>
            </a:lvl9pPr>
          </a:lstStyle>
          <a:p xmlns:a="http://schemas.openxmlformats.org/drawingml/2006/main">
            <a:pPr algn="l">
              <a:buNone/>
              <a:defRPr sz="2550" b="1">
                <a:solidFill>
                  <a:srgbClr val="17211F"/>
                </a:solidFill>
              </a:defRPr>
            </a:pPr>
            <a:r>
              <a:rPr sz="2550" b="1">
                <a:solidFill>
                  <a:srgbClr val="17211F"/>
                </a:solidFill>
              </a:rPr>
              <a:t>One order, visible from submission through delivery</a:t>
            </a:r>
          </a:p>
        </p:txBody>
      </p:sp>
      <p:sp>
        <p:nvSpPr>
          <p:cNvPr id="8" name="">
            <a:extLst xmlns:a="http://schemas.openxmlformats.org/drawingml/2006/main">
              <a:ext uri="{FF2B5EF4-FFF2-40B4-BE49-F238E27FC236}">
                <a16:creationId xmlns:a16="http://schemas.microsoft.com/office/drawing/2014/main" id="{D960574A-44F9-4293-847E-42DC9FA2050B}"/>
              </a:ext>
            </a:extLst>
          </p:cNvPr>
          <p:cNvSpPr>
            <a:spLocks xmlns:a="http://schemas.openxmlformats.org/drawingml/2006/main" noGrp="1"/>
          </p:cNvSpPr>
          <p:nvPr/>
        </p:nvSpPr>
        <p:spPr>
          <a:xfrm xmlns:a="http://schemas.openxmlformats.org/drawingml/2006/main">
            <a:off x="666750" y="1562100"/>
            <a:ext cx="10715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96560"/>
                </a:solidFill>
              </a:defRPr>
            </a:defPPr>
            <a:lvl1pPr algn="l">
              <a:buNone/>
              <a:defRPr sz="1275" b="0">
                <a:solidFill>
                  <a:srgbClr val="596560"/>
                </a:solidFill>
              </a:defRPr>
            </a:lvl1pPr>
            <a:lvl2pPr algn="l">
              <a:buNone/>
              <a:defRPr sz="1275" b="0">
                <a:solidFill>
                  <a:srgbClr val="596560"/>
                </a:solidFill>
              </a:defRPr>
            </a:lvl2pPr>
            <a:lvl3pPr algn="l">
              <a:buNone/>
              <a:defRPr sz="1275" b="0">
                <a:solidFill>
                  <a:srgbClr val="596560"/>
                </a:solidFill>
              </a:defRPr>
            </a:lvl3pPr>
            <a:lvl4pPr algn="l">
              <a:buNone/>
              <a:defRPr sz="1275" b="0">
                <a:solidFill>
                  <a:srgbClr val="596560"/>
                </a:solidFill>
              </a:defRPr>
            </a:lvl4pPr>
            <a:lvl5pPr algn="l">
              <a:buNone/>
              <a:defRPr sz="1275" b="0">
                <a:solidFill>
                  <a:srgbClr val="596560"/>
                </a:solidFill>
              </a:defRPr>
            </a:lvl5pPr>
            <a:lvl6pPr algn="l">
              <a:buNone/>
              <a:defRPr sz="1275" b="0">
                <a:solidFill>
                  <a:srgbClr val="596560"/>
                </a:solidFill>
              </a:defRPr>
            </a:lvl6pPr>
            <a:lvl7pPr algn="l">
              <a:buNone/>
              <a:defRPr sz="1275" b="0">
                <a:solidFill>
                  <a:srgbClr val="596560"/>
                </a:solidFill>
              </a:defRPr>
            </a:lvl7pPr>
            <a:lvl8pPr algn="l">
              <a:buNone/>
              <a:defRPr sz="1275" b="0">
                <a:solidFill>
                  <a:srgbClr val="596560"/>
                </a:solidFill>
              </a:defRPr>
            </a:lvl8pPr>
            <a:lvl9pPr algn="l">
              <a:buNone/>
              <a:defRPr sz="1275" b="0">
                <a:solidFill>
                  <a:srgbClr val="596560"/>
                </a:solidFill>
              </a:defRPr>
            </a:lvl9pPr>
          </a:lstStyle>
          <a:p xmlns:a="http://schemas.openxmlformats.org/drawingml/2006/main">
            <a:pPr algn="l">
              <a:buNone/>
              <a:defRPr sz="1275" b="0">
                <a:solidFill>
                  <a:srgbClr val="596560"/>
                </a:solidFill>
              </a:defRPr>
            </a:pPr>
            <a:r>
              <a:rPr sz="1275" b="0">
                <a:solidFill>
                  <a:srgbClr val="596560"/>
                </a:solidFill>
              </a:rPr>
              <a:t>The website overview is a static illustration; users carry out the work in Orders, Inventory, Production and Traceability.</a:t>
            </a:r>
          </a:p>
        </p:txBody>
      </p:sp>
      <p:sp>
        <p:nvSpPr>
          <p:cNvPr id="9" name="">
            <a:extLst xmlns:a="http://schemas.openxmlformats.org/drawingml/2006/main">
              <a:ext uri="{FF2B5EF4-FFF2-40B4-BE49-F238E27FC236}">
                <a16:creationId xmlns:a16="http://schemas.microsoft.com/office/drawing/2014/main" id="{6FD405FE-C4B1-468F-8EFB-5632925F8F37}"/>
              </a:ext>
            </a:extLst>
          </p:cNvPr>
          <p:cNvSpPr>
            <a:spLocks xmlns:a="http://schemas.openxmlformats.org/drawingml/2006/main" noGrp="1"/>
          </p:cNvSpPr>
          <p:nvPr/>
        </p:nvSpPr>
        <p:spPr>
          <a:xfrm xmlns:a="http://schemas.openxmlformats.org/drawingml/2006/main">
            <a:off x="666750" y="6477000"/>
            <a:ext cx="10858500" cy="9525"/>
          </a:xfrm>
          <a:prstGeom xmlns:a="http://schemas.openxmlformats.org/drawingml/2006/main" prst="rect">
            <a:avLst/>
          </a:prstGeom>
          <a:solidFill xmlns:a="http://schemas.openxmlformats.org/drawingml/2006/main">
            <a:srgbClr val="D8D3C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67ABFFC-7909-41F7-BD80-9B1099C85385}"/>
              </a:ext>
            </a:extLst>
          </p:cNvPr>
          <p:cNvSpPr>
            <a:spLocks xmlns:a="http://schemas.openxmlformats.org/drawingml/2006/main" noGrp="1"/>
          </p:cNvSpPr>
          <p:nvPr/>
        </p:nvSpPr>
        <p:spPr>
          <a:xfrm xmlns:a="http://schemas.openxmlformats.org/drawingml/2006/main">
            <a:off x="666750" y="651510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96560"/>
                </a:solidFill>
              </a:defRPr>
            </a:defPPr>
            <a:lvl1pPr algn="l">
              <a:buNone/>
              <a:defRPr sz="1125" b="1">
                <a:solidFill>
                  <a:srgbClr val="596560"/>
                </a:solidFill>
              </a:defRPr>
            </a:lvl1pPr>
            <a:lvl2pPr algn="l">
              <a:buNone/>
              <a:defRPr sz="1125" b="1">
                <a:solidFill>
                  <a:srgbClr val="596560"/>
                </a:solidFill>
              </a:defRPr>
            </a:lvl2pPr>
            <a:lvl3pPr algn="l">
              <a:buNone/>
              <a:defRPr sz="1125" b="1">
                <a:solidFill>
                  <a:srgbClr val="596560"/>
                </a:solidFill>
              </a:defRPr>
            </a:lvl3pPr>
            <a:lvl4pPr algn="l">
              <a:buNone/>
              <a:defRPr sz="1125" b="1">
                <a:solidFill>
                  <a:srgbClr val="596560"/>
                </a:solidFill>
              </a:defRPr>
            </a:lvl4pPr>
            <a:lvl5pPr algn="l">
              <a:buNone/>
              <a:defRPr sz="1125" b="1">
                <a:solidFill>
                  <a:srgbClr val="596560"/>
                </a:solidFill>
              </a:defRPr>
            </a:lvl5pPr>
            <a:lvl6pPr algn="l">
              <a:buNone/>
              <a:defRPr sz="1125" b="1">
                <a:solidFill>
                  <a:srgbClr val="596560"/>
                </a:solidFill>
              </a:defRPr>
            </a:lvl6pPr>
            <a:lvl7pPr algn="l">
              <a:buNone/>
              <a:defRPr sz="1125" b="1">
                <a:solidFill>
                  <a:srgbClr val="596560"/>
                </a:solidFill>
              </a:defRPr>
            </a:lvl7pPr>
            <a:lvl8pPr algn="l">
              <a:buNone/>
              <a:defRPr sz="1125" b="1">
                <a:solidFill>
                  <a:srgbClr val="596560"/>
                </a:solidFill>
              </a:defRPr>
            </a:lvl8pPr>
            <a:lvl9pPr algn="l">
              <a:buNone/>
              <a:defRPr sz="1125" b="1">
                <a:solidFill>
                  <a:srgbClr val="596560"/>
                </a:solidFill>
              </a:defRPr>
            </a:lvl9pPr>
          </a:lstStyle>
          <a:p xmlns:a="http://schemas.openxmlformats.org/drawingml/2006/main">
            <a:pPr algn="l">
              <a:buNone/>
              <a:defRPr sz="1125" b="1">
                <a:solidFill>
                  <a:srgbClr val="596560"/>
                </a:solidFill>
              </a:defRPr>
            </a:pPr>
            <a:r>
              <a:rPr sz="1125" b="1">
                <a:solidFill>
                  <a:srgbClr val="596560"/>
                </a:solidFill>
              </a:rPr>
              <a:t>Team: Debug The World</a:t>
            </a:r>
          </a:p>
        </p:txBody>
      </p:sp>
      <p:sp>
        <p:nvSpPr>
          <p:cNvPr id="11" name="">
            <a:extLst xmlns:a="http://schemas.openxmlformats.org/drawingml/2006/main">
              <a:ext uri="{FF2B5EF4-FFF2-40B4-BE49-F238E27FC236}">
                <a16:creationId xmlns:a16="http://schemas.microsoft.com/office/drawing/2014/main" id="{4AF7F091-7D5D-4C7E-9156-6976A9404473}"/>
              </a:ext>
            </a:extLst>
          </p:cNvPr>
          <p:cNvSpPr>
            <a:spLocks xmlns:a="http://schemas.openxmlformats.org/drawingml/2006/main" noGrp="1"/>
          </p:cNvSpPr>
          <p:nvPr/>
        </p:nvSpPr>
        <p:spPr>
          <a:xfrm xmlns:a="http://schemas.openxmlformats.org/drawingml/2006/main">
            <a:off x="11163300" y="6543675"/>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1">
                <a:solidFill>
                  <a:srgbClr val="596560"/>
                </a:solidFill>
              </a:defRPr>
            </a:defPPr>
            <a:lvl1pPr algn="r">
              <a:buNone/>
              <a:defRPr sz="900" b="1">
                <a:solidFill>
                  <a:srgbClr val="596560"/>
                </a:solidFill>
              </a:defRPr>
            </a:lvl1pPr>
            <a:lvl2pPr algn="r">
              <a:buNone/>
              <a:defRPr sz="900" b="1">
                <a:solidFill>
                  <a:srgbClr val="596560"/>
                </a:solidFill>
              </a:defRPr>
            </a:lvl2pPr>
            <a:lvl3pPr algn="r">
              <a:buNone/>
              <a:defRPr sz="900" b="1">
                <a:solidFill>
                  <a:srgbClr val="596560"/>
                </a:solidFill>
              </a:defRPr>
            </a:lvl3pPr>
            <a:lvl4pPr algn="r">
              <a:buNone/>
              <a:defRPr sz="900" b="1">
                <a:solidFill>
                  <a:srgbClr val="596560"/>
                </a:solidFill>
              </a:defRPr>
            </a:lvl4pPr>
            <a:lvl5pPr algn="r">
              <a:buNone/>
              <a:defRPr sz="900" b="1">
                <a:solidFill>
                  <a:srgbClr val="596560"/>
                </a:solidFill>
              </a:defRPr>
            </a:lvl5pPr>
            <a:lvl6pPr algn="r">
              <a:buNone/>
              <a:defRPr sz="900" b="1">
                <a:solidFill>
                  <a:srgbClr val="596560"/>
                </a:solidFill>
              </a:defRPr>
            </a:lvl6pPr>
            <a:lvl7pPr algn="r">
              <a:buNone/>
              <a:defRPr sz="900" b="1">
                <a:solidFill>
                  <a:srgbClr val="596560"/>
                </a:solidFill>
              </a:defRPr>
            </a:lvl7pPr>
            <a:lvl8pPr algn="r">
              <a:buNone/>
              <a:defRPr sz="900" b="1">
                <a:solidFill>
                  <a:srgbClr val="596560"/>
                </a:solidFill>
              </a:defRPr>
            </a:lvl8pPr>
            <a:lvl9pPr algn="r">
              <a:buNone/>
              <a:defRPr sz="900" b="1">
                <a:solidFill>
                  <a:srgbClr val="596560"/>
                </a:solidFill>
              </a:defRPr>
            </a:lvl9pPr>
          </a:lstStyle>
          <a:p xmlns:a="http://schemas.openxmlformats.org/drawingml/2006/main">
            <a:pPr algn="r">
              <a:buNone/>
              <a:defRPr sz="900" b="1">
                <a:solidFill>
                  <a:srgbClr val="596560"/>
                </a:solidFill>
              </a:defRPr>
            </a:pPr>
            <a:r>
              <a:rPr sz="900" b="1">
                <a:solidFill>
                  <a:srgbClr val="596560"/>
                </a:solidFill>
              </a:rPr>
              <a:t>04</a:t>
            </a:r>
          </a:p>
        </p:txBody>
      </p:sp>
      <p:pic>
        <p:nvPicPr>
          <p:cNvPr id="12" name="">
            <a:extLst xmlns:a="http://schemas.openxmlformats.org/drawingml/2006/main">
              <a:ext uri="{FF2B5EF4-FFF2-40B4-BE49-F238E27FC236}">
                <a16:creationId xmlns:a16="http://schemas.microsoft.com/office/drawing/2014/main" id="{ED26846A-BA16-4FF2-B0E7-4E70CBB1DD4D}"/>
              </a:ext>
            </a:extLst>
          </p:cNvPr>
          <p:cNvPicPr>
            <a:picLocks xmlns:a="http://schemas.openxmlformats.org/drawingml/2006/main" noChangeAspect="1"/>
          </p:cNvPicPr>
          <p:nvPr/>
        </p:nvPicPr>
        <p:blipFill>
          <a:blip xmlns:r="http://schemas.openxmlformats.org/officeDocument/2006/relationships" xmlns:a="http://schemas.openxmlformats.org/drawingml/2006/main" r:embed="Rdf98606a256e4d5f"/>
          <a:stretch xmlns:a="http://schemas.openxmlformats.org/drawingml/2006/main"/>
        </p:blipFill>
        <p:spPr>
          <a:xfrm xmlns:a="http://schemas.openxmlformats.org/drawingml/2006/main">
            <a:off x="616643" y="2095500"/>
            <a:ext cx="7139188" cy="3390900"/>
          </a:xfrm>
          <a:prstGeom xmlns:a="http://schemas.openxmlformats.org/drawingml/2006/main" prst="roundRect">
            <a:avLst>
              <a:gd name="adj" fmla="val 2247"/>
            </a:avLst>
          </a:prstGeom>
        </p:spPr>
      </p:pic>
      <p:sp>
        <p:nvSpPr>
          <p:cNvPr id="13" name="">
            <a:extLst xmlns:a="http://schemas.openxmlformats.org/drawingml/2006/main">
              <a:ext uri="{FF2B5EF4-FFF2-40B4-BE49-F238E27FC236}">
                <a16:creationId xmlns:a16="http://schemas.microsoft.com/office/drawing/2014/main" id="{4729993A-D445-47A2-9BE0-279EE3BE96A1}"/>
              </a:ext>
            </a:extLst>
          </p:cNvPr>
          <p:cNvSpPr>
            <a:spLocks xmlns:a="http://schemas.openxmlformats.org/drawingml/2006/main" noGrp="1"/>
          </p:cNvSpPr>
          <p:nvPr/>
        </p:nvSpPr>
        <p:spPr>
          <a:xfrm xmlns:a="http://schemas.openxmlformats.org/drawingml/2006/main">
            <a:off x="590550" y="2095500"/>
            <a:ext cx="7191375" cy="3390900"/>
          </a:xfrm>
          <a:prstGeom xmlns:a="http://schemas.openxmlformats.org/drawingml/2006/main" prst="rect">
            <a:avLst/>
          </a:prstGeom>
          <a:noFill xmlns:a="http://schemas.openxmlformats.org/drawingml/2006/main"/>
          <a:ln xmlns:a="http://schemas.openxmlformats.org/drawingml/2006/main" w="9525">
            <a:solidFill>
              <a:srgbClr val="D8D3CA"/>
            </a:solidFill>
            <a:prstDash val="solid"/>
          </a:ln>
        </p:spPr>
      </p:sp>
      <p:sp>
        <p:nvSpPr>
          <p:cNvPr id="14" name="">
            <a:extLst xmlns:a="http://schemas.openxmlformats.org/drawingml/2006/main">
              <a:ext uri="{FF2B5EF4-FFF2-40B4-BE49-F238E27FC236}">
                <a16:creationId xmlns:a16="http://schemas.microsoft.com/office/drawing/2014/main" id="{AF31F6CB-946F-4263-9A85-C74794C68A84}"/>
              </a:ext>
            </a:extLst>
          </p:cNvPr>
          <p:cNvSpPr>
            <a:spLocks xmlns:a="http://schemas.openxmlformats.org/drawingml/2006/main" noGrp="1"/>
          </p:cNvSpPr>
          <p:nvPr/>
        </p:nvSpPr>
        <p:spPr>
          <a:xfrm xmlns:a="http://schemas.openxmlformats.org/drawingml/2006/main">
            <a:off x="8096250" y="2133600"/>
            <a:ext cx="323850" cy="266700"/>
          </a:xfrm>
          <a:prstGeom xmlns:a="http://schemas.openxmlformats.org/drawingml/2006/main" prst="roundRect">
            <a:avLst>
              <a:gd name="adj" fmla="val 28571"/>
            </a:avLst>
          </a:prstGeom>
          <a:solidFill xmlns:a="http://schemas.openxmlformats.org/drawingml/2006/main">
            <a:srgbClr val="D95C3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9DDB34E-9E42-4038-A891-F791D43B6896}"/>
              </a:ext>
            </a:extLst>
          </p:cNvPr>
          <p:cNvSpPr>
            <a:spLocks xmlns:a="http://schemas.openxmlformats.org/drawingml/2006/main" noGrp="1"/>
          </p:cNvSpPr>
          <p:nvPr/>
        </p:nvSpPr>
        <p:spPr>
          <a:xfrm xmlns:a="http://schemas.openxmlformats.org/drawingml/2006/main">
            <a:off x="8172450" y="2143125"/>
            <a:ext cx="171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75" b="1">
                <a:solidFill>
                  <a:srgbClr val="FFFFFF"/>
                </a:solidFill>
              </a:defRPr>
            </a:defPPr>
            <a:lvl1pPr algn="ctr">
              <a:buNone/>
              <a:defRPr sz="975" b="1">
                <a:solidFill>
                  <a:srgbClr val="FFFFFF"/>
                </a:solidFill>
              </a:defRPr>
            </a:lvl1pPr>
            <a:lvl2pPr algn="ctr">
              <a:buNone/>
              <a:defRPr sz="975" b="1">
                <a:solidFill>
                  <a:srgbClr val="FFFFFF"/>
                </a:solidFill>
              </a:defRPr>
            </a:lvl2pPr>
            <a:lvl3pPr algn="ctr">
              <a:buNone/>
              <a:defRPr sz="975" b="1">
                <a:solidFill>
                  <a:srgbClr val="FFFFFF"/>
                </a:solidFill>
              </a:defRPr>
            </a:lvl3pPr>
            <a:lvl4pPr algn="ctr">
              <a:buNone/>
              <a:defRPr sz="975" b="1">
                <a:solidFill>
                  <a:srgbClr val="FFFFFF"/>
                </a:solidFill>
              </a:defRPr>
            </a:lvl4pPr>
            <a:lvl5pPr algn="ctr">
              <a:buNone/>
              <a:defRPr sz="975" b="1">
                <a:solidFill>
                  <a:srgbClr val="FFFFFF"/>
                </a:solidFill>
              </a:defRPr>
            </a:lvl5pPr>
            <a:lvl6pPr algn="ctr">
              <a:buNone/>
              <a:defRPr sz="975" b="1">
                <a:solidFill>
                  <a:srgbClr val="FFFFFF"/>
                </a:solidFill>
              </a:defRPr>
            </a:lvl6pPr>
            <a:lvl7pPr algn="ctr">
              <a:buNone/>
              <a:defRPr sz="975" b="1">
                <a:solidFill>
                  <a:srgbClr val="FFFFFF"/>
                </a:solidFill>
              </a:defRPr>
            </a:lvl7pPr>
            <a:lvl8pPr algn="ctr">
              <a:buNone/>
              <a:defRPr sz="975" b="1">
                <a:solidFill>
                  <a:srgbClr val="FFFFFF"/>
                </a:solidFill>
              </a:defRPr>
            </a:lvl8pPr>
            <a:lvl9pPr algn="ctr">
              <a:buNone/>
              <a:defRPr sz="975" b="1">
                <a:solidFill>
                  <a:srgbClr val="FFFFFF"/>
                </a:solidFill>
              </a:defRPr>
            </a:lvl9pPr>
          </a:lstStyle>
          <a:p xmlns:a="http://schemas.openxmlformats.org/drawingml/2006/main">
            <a:pPr algn="ctr">
              <a:buNone/>
              <a:defRPr sz="975" b="1">
                <a:solidFill>
                  <a:srgbClr val="FFFFFF"/>
                </a:solidFill>
              </a:defRPr>
            </a:pPr>
            <a:r>
              <a:rPr sz="975" b="1">
                <a:solidFill>
                  <a:srgbClr val="FFFFFF"/>
                </a:solidFill>
              </a:rPr>
              <a:t>1</a:t>
            </a:r>
          </a:p>
        </p:txBody>
      </p:sp>
      <p:sp>
        <p:nvSpPr>
          <p:cNvPr id="16" name="">
            <a:extLst xmlns:a="http://schemas.openxmlformats.org/drawingml/2006/main">
              <a:ext uri="{FF2B5EF4-FFF2-40B4-BE49-F238E27FC236}">
                <a16:creationId xmlns:a16="http://schemas.microsoft.com/office/drawing/2014/main" id="{E86806FC-D580-411D-A2F6-C9E5E713CC58}"/>
              </a:ext>
            </a:extLst>
          </p:cNvPr>
          <p:cNvSpPr>
            <a:spLocks xmlns:a="http://schemas.openxmlformats.org/drawingml/2006/main" noGrp="1"/>
          </p:cNvSpPr>
          <p:nvPr/>
        </p:nvSpPr>
        <p:spPr>
          <a:xfrm xmlns:a="http://schemas.openxmlformats.org/drawingml/2006/main">
            <a:off x="8572500" y="2124075"/>
            <a:ext cx="2524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7211F"/>
                </a:solidFill>
              </a:defRPr>
            </a:defPPr>
            <a:lvl1pPr algn="l">
              <a:buNone/>
              <a:defRPr sz="1200" b="1">
                <a:solidFill>
                  <a:srgbClr val="17211F"/>
                </a:solidFill>
              </a:defRPr>
            </a:lvl1pPr>
            <a:lvl2pPr algn="l">
              <a:buNone/>
              <a:defRPr sz="1200" b="1">
                <a:solidFill>
                  <a:srgbClr val="17211F"/>
                </a:solidFill>
              </a:defRPr>
            </a:lvl2pPr>
            <a:lvl3pPr algn="l">
              <a:buNone/>
              <a:defRPr sz="1200" b="1">
                <a:solidFill>
                  <a:srgbClr val="17211F"/>
                </a:solidFill>
              </a:defRPr>
            </a:lvl3pPr>
            <a:lvl4pPr algn="l">
              <a:buNone/>
              <a:defRPr sz="1200" b="1">
                <a:solidFill>
                  <a:srgbClr val="17211F"/>
                </a:solidFill>
              </a:defRPr>
            </a:lvl4pPr>
            <a:lvl5pPr algn="l">
              <a:buNone/>
              <a:defRPr sz="1200" b="1">
                <a:solidFill>
                  <a:srgbClr val="17211F"/>
                </a:solidFill>
              </a:defRPr>
            </a:lvl5pPr>
            <a:lvl6pPr algn="l">
              <a:buNone/>
              <a:defRPr sz="1200" b="1">
                <a:solidFill>
                  <a:srgbClr val="17211F"/>
                </a:solidFill>
              </a:defRPr>
            </a:lvl6pPr>
            <a:lvl7pPr algn="l">
              <a:buNone/>
              <a:defRPr sz="1200" b="1">
                <a:solidFill>
                  <a:srgbClr val="17211F"/>
                </a:solidFill>
              </a:defRPr>
            </a:lvl7pPr>
            <a:lvl8pPr algn="l">
              <a:buNone/>
              <a:defRPr sz="1200" b="1">
                <a:solidFill>
                  <a:srgbClr val="17211F"/>
                </a:solidFill>
              </a:defRPr>
            </a:lvl8pPr>
            <a:lvl9pPr algn="l">
              <a:buNone/>
              <a:defRPr sz="1200" b="1">
                <a:solidFill>
                  <a:srgbClr val="17211F"/>
                </a:solidFill>
              </a:defRPr>
            </a:lvl9pPr>
          </a:lstStyle>
          <a:p xmlns:a="http://schemas.openxmlformats.org/drawingml/2006/main">
            <a:pPr algn="l">
              <a:buNone/>
              <a:defRPr sz="1200" b="1">
                <a:solidFill>
                  <a:srgbClr val="17211F"/>
                </a:solidFill>
              </a:defRPr>
            </a:pPr>
            <a:r>
              <a:rPr sz="1200" b="1">
                <a:solidFill>
                  <a:srgbClr val="17211F"/>
                </a:solidFill>
              </a:rPr>
              <a:t>Customer-side Sales</a:t>
            </a:r>
          </a:p>
        </p:txBody>
      </p:sp>
      <p:sp>
        <p:nvSpPr>
          <p:cNvPr id="17" name="">
            <a:extLst xmlns:a="http://schemas.openxmlformats.org/drawingml/2006/main">
              <a:ext uri="{FF2B5EF4-FFF2-40B4-BE49-F238E27FC236}">
                <a16:creationId xmlns:a16="http://schemas.microsoft.com/office/drawing/2014/main" id="{2FF786C4-DBA8-4887-A7C0-D3C6F8CE2088}"/>
              </a:ext>
            </a:extLst>
          </p:cNvPr>
          <p:cNvSpPr>
            <a:spLocks xmlns:a="http://schemas.openxmlformats.org/drawingml/2006/main" noGrp="1"/>
          </p:cNvSpPr>
          <p:nvPr/>
        </p:nvSpPr>
        <p:spPr>
          <a:xfrm xmlns:a="http://schemas.openxmlformats.org/drawingml/2006/main">
            <a:off x="8572500" y="2390775"/>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0">
                <a:solidFill>
                  <a:srgbClr val="596560"/>
                </a:solidFill>
              </a:defRPr>
            </a:defPPr>
            <a:lvl1pPr algn="l">
              <a:buNone/>
              <a:defRPr sz="1050" b="0">
                <a:solidFill>
                  <a:srgbClr val="596560"/>
                </a:solidFill>
              </a:defRPr>
            </a:lvl1pPr>
            <a:lvl2pPr algn="l">
              <a:buNone/>
              <a:defRPr sz="1050" b="0">
                <a:solidFill>
                  <a:srgbClr val="596560"/>
                </a:solidFill>
              </a:defRPr>
            </a:lvl2pPr>
            <a:lvl3pPr algn="l">
              <a:buNone/>
              <a:defRPr sz="1050" b="0">
                <a:solidFill>
                  <a:srgbClr val="596560"/>
                </a:solidFill>
              </a:defRPr>
            </a:lvl3pPr>
            <a:lvl4pPr algn="l">
              <a:buNone/>
              <a:defRPr sz="1050" b="0">
                <a:solidFill>
                  <a:srgbClr val="596560"/>
                </a:solidFill>
              </a:defRPr>
            </a:lvl4pPr>
            <a:lvl5pPr algn="l">
              <a:buNone/>
              <a:defRPr sz="1050" b="0">
                <a:solidFill>
                  <a:srgbClr val="596560"/>
                </a:solidFill>
              </a:defRPr>
            </a:lvl5pPr>
            <a:lvl6pPr algn="l">
              <a:buNone/>
              <a:defRPr sz="1050" b="0">
                <a:solidFill>
                  <a:srgbClr val="596560"/>
                </a:solidFill>
              </a:defRPr>
            </a:lvl6pPr>
            <a:lvl7pPr algn="l">
              <a:buNone/>
              <a:defRPr sz="1050" b="0">
                <a:solidFill>
                  <a:srgbClr val="596560"/>
                </a:solidFill>
              </a:defRPr>
            </a:lvl7pPr>
            <a:lvl8pPr algn="l">
              <a:buNone/>
              <a:defRPr sz="1050" b="0">
                <a:solidFill>
                  <a:srgbClr val="596560"/>
                </a:solidFill>
              </a:defRPr>
            </a:lvl8pPr>
            <a:lvl9pPr algn="l">
              <a:buNone/>
              <a:defRPr sz="1050" b="0">
                <a:solidFill>
                  <a:srgbClr val="596560"/>
                </a:solidFill>
              </a:defRPr>
            </a:lvl9pPr>
          </a:lstStyle>
          <a:p xmlns:a="http://schemas.openxmlformats.org/drawingml/2006/main">
            <a:pPr algn="l">
              <a:buNone/>
              <a:defRPr sz="1050" b="0">
                <a:solidFill>
                  <a:srgbClr val="596560"/>
                </a:solidFill>
              </a:defRPr>
            </a:pPr>
            <a:r>
              <a:rPr sz="1050" b="0">
                <a:solidFill>
                  <a:srgbClr val="596560"/>
                </a:solidFill>
              </a:rPr>
              <a:t>Submits the order and product requirements</a:t>
            </a:r>
          </a:p>
        </p:txBody>
      </p:sp>
      <p:sp>
        <p:nvSpPr>
          <p:cNvPr id="18" name="">
            <a:extLst xmlns:a="http://schemas.openxmlformats.org/drawingml/2006/main">
              <a:ext uri="{FF2B5EF4-FFF2-40B4-BE49-F238E27FC236}">
                <a16:creationId xmlns:a16="http://schemas.microsoft.com/office/drawing/2014/main" id="{890BE2FA-1082-489F-8DE6-D45715806ED8}"/>
              </a:ext>
            </a:extLst>
          </p:cNvPr>
          <p:cNvSpPr>
            <a:spLocks xmlns:a="http://schemas.openxmlformats.org/drawingml/2006/main" noGrp="1"/>
          </p:cNvSpPr>
          <p:nvPr/>
        </p:nvSpPr>
        <p:spPr>
          <a:xfrm xmlns:a="http://schemas.openxmlformats.org/drawingml/2006/main">
            <a:off x="8096250" y="2819400"/>
            <a:ext cx="323850" cy="266700"/>
          </a:xfrm>
          <a:prstGeom xmlns:a="http://schemas.openxmlformats.org/drawingml/2006/main" prst="roundRect">
            <a:avLst>
              <a:gd name="adj" fmla="val 28571"/>
            </a:avLst>
          </a:prstGeom>
          <a:solidFill xmlns:a="http://schemas.openxmlformats.org/drawingml/2006/main">
            <a:srgbClr val="D95C3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FF1AB78-0F75-4585-80B7-0C3ED1522CB6}"/>
              </a:ext>
            </a:extLst>
          </p:cNvPr>
          <p:cNvSpPr>
            <a:spLocks xmlns:a="http://schemas.openxmlformats.org/drawingml/2006/main" noGrp="1"/>
          </p:cNvSpPr>
          <p:nvPr/>
        </p:nvSpPr>
        <p:spPr>
          <a:xfrm xmlns:a="http://schemas.openxmlformats.org/drawingml/2006/main">
            <a:off x="8172450" y="2828925"/>
            <a:ext cx="171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75" b="1">
                <a:solidFill>
                  <a:srgbClr val="FFFFFF"/>
                </a:solidFill>
              </a:defRPr>
            </a:defPPr>
            <a:lvl1pPr algn="ctr">
              <a:buNone/>
              <a:defRPr sz="975" b="1">
                <a:solidFill>
                  <a:srgbClr val="FFFFFF"/>
                </a:solidFill>
              </a:defRPr>
            </a:lvl1pPr>
            <a:lvl2pPr algn="ctr">
              <a:buNone/>
              <a:defRPr sz="975" b="1">
                <a:solidFill>
                  <a:srgbClr val="FFFFFF"/>
                </a:solidFill>
              </a:defRPr>
            </a:lvl2pPr>
            <a:lvl3pPr algn="ctr">
              <a:buNone/>
              <a:defRPr sz="975" b="1">
                <a:solidFill>
                  <a:srgbClr val="FFFFFF"/>
                </a:solidFill>
              </a:defRPr>
            </a:lvl3pPr>
            <a:lvl4pPr algn="ctr">
              <a:buNone/>
              <a:defRPr sz="975" b="1">
                <a:solidFill>
                  <a:srgbClr val="FFFFFF"/>
                </a:solidFill>
              </a:defRPr>
            </a:lvl4pPr>
            <a:lvl5pPr algn="ctr">
              <a:buNone/>
              <a:defRPr sz="975" b="1">
                <a:solidFill>
                  <a:srgbClr val="FFFFFF"/>
                </a:solidFill>
              </a:defRPr>
            </a:lvl5pPr>
            <a:lvl6pPr algn="ctr">
              <a:buNone/>
              <a:defRPr sz="975" b="1">
                <a:solidFill>
                  <a:srgbClr val="FFFFFF"/>
                </a:solidFill>
              </a:defRPr>
            </a:lvl6pPr>
            <a:lvl7pPr algn="ctr">
              <a:buNone/>
              <a:defRPr sz="975" b="1">
                <a:solidFill>
                  <a:srgbClr val="FFFFFF"/>
                </a:solidFill>
              </a:defRPr>
            </a:lvl7pPr>
            <a:lvl8pPr algn="ctr">
              <a:buNone/>
              <a:defRPr sz="975" b="1">
                <a:solidFill>
                  <a:srgbClr val="FFFFFF"/>
                </a:solidFill>
              </a:defRPr>
            </a:lvl8pPr>
            <a:lvl9pPr algn="ctr">
              <a:buNone/>
              <a:defRPr sz="975" b="1">
                <a:solidFill>
                  <a:srgbClr val="FFFFFF"/>
                </a:solidFill>
              </a:defRPr>
            </a:lvl9pPr>
          </a:lstStyle>
          <a:p xmlns:a="http://schemas.openxmlformats.org/drawingml/2006/main">
            <a:pPr algn="ctr">
              <a:buNone/>
              <a:defRPr sz="975" b="1">
                <a:solidFill>
                  <a:srgbClr val="FFFFFF"/>
                </a:solidFill>
              </a:defRPr>
            </a:pPr>
            <a:r>
              <a:rPr sz="975" b="1">
                <a:solidFill>
                  <a:srgbClr val="FFFFFF"/>
                </a:solidFill>
              </a:rPr>
              <a:t>2</a:t>
            </a:r>
          </a:p>
        </p:txBody>
      </p:sp>
      <p:sp>
        <p:nvSpPr>
          <p:cNvPr id="20" name="">
            <a:extLst xmlns:a="http://schemas.openxmlformats.org/drawingml/2006/main">
              <a:ext uri="{FF2B5EF4-FFF2-40B4-BE49-F238E27FC236}">
                <a16:creationId xmlns:a16="http://schemas.microsoft.com/office/drawing/2014/main" id="{B4B8A479-BC33-4494-A9CF-60522419EB11}"/>
              </a:ext>
            </a:extLst>
          </p:cNvPr>
          <p:cNvSpPr>
            <a:spLocks xmlns:a="http://schemas.openxmlformats.org/drawingml/2006/main" noGrp="1"/>
          </p:cNvSpPr>
          <p:nvPr/>
        </p:nvSpPr>
        <p:spPr>
          <a:xfrm xmlns:a="http://schemas.openxmlformats.org/drawingml/2006/main">
            <a:off x="8572500" y="2809875"/>
            <a:ext cx="2524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7211F"/>
                </a:solidFill>
              </a:defRPr>
            </a:defPPr>
            <a:lvl1pPr algn="l">
              <a:buNone/>
              <a:defRPr sz="1200" b="1">
                <a:solidFill>
                  <a:srgbClr val="17211F"/>
                </a:solidFill>
              </a:defRPr>
            </a:lvl1pPr>
            <a:lvl2pPr algn="l">
              <a:buNone/>
              <a:defRPr sz="1200" b="1">
                <a:solidFill>
                  <a:srgbClr val="17211F"/>
                </a:solidFill>
              </a:defRPr>
            </a:lvl2pPr>
            <a:lvl3pPr algn="l">
              <a:buNone/>
              <a:defRPr sz="1200" b="1">
                <a:solidFill>
                  <a:srgbClr val="17211F"/>
                </a:solidFill>
              </a:defRPr>
            </a:lvl3pPr>
            <a:lvl4pPr algn="l">
              <a:buNone/>
              <a:defRPr sz="1200" b="1">
                <a:solidFill>
                  <a:srgbClr val="17211F"/>
                </a:solidFill>
              </a:defRPr>
            </a:lvl4pPr>
            <a:lvl5pPr algn="l">
              <a:buNone/>
              <a:defRPr sz="1200" b="1">
                <a:solidFill>
                  <a:srgbClr val="17211F"/>
                </a:solidFill>
              </a:defRPr>
            </a:lvl5pPr>
            <a:lvl6pPr algn="l">
              <a:buNone/>
              <a:defRPr sz="1200" b="1">
                <a:solidFill>
                  <a:srgbClr val="17211F"/>
                </a:solidFill>
              </a:defRPr>
            </a:lvl6pPr>
            <a:lvl7pPr algn="l">
              <a:buNone/>
              <a:defRPr sz="1200" b="1">
                <a:solidFill>
                  <a:srgbClr val="17211F"/>
                </a:solidFill>
              </a:defRPr>
            </a:lvl7pPr>
            <a:lvl8pPr algn="l">
              <a:buNone/>
              <a:defRPr sz="1200" b="1">
                <a:solidFill>
                  <a:srgbClr val="17211F"/>
                </a:solidFill>
              </a:defRPr>
            </a:lvl8pPr>
            <a:lvl9pPr algn="l">
              <a:buNone/>
              <a:defRPr sz="1200" b="1">
                <a:solidFill>
                  <a:srgbClr val="17211F"/>
                </a:solidFill>
              </a:defRPr>
            </a:lvl9pPr>
          </a:lstStyle>
          <a:p xmlns:a="http://schemas.openxmlformats.org/drawingml/2006/main">
            <a:pPr algn="l">
              <a:buNone/>
              <a:defRPr sz="1200" b="1">
                <a:solidFill>
                  <a:srgbClr val="17211F"/>
                </a:solidFill>
              </a:defRPr>
            </a:pPr>
            <a:r>
              <a:rPr sz="1200" b="1">
                <a:solidFill>
                  <a:srgbClr val="17211F"/>
                </a:solidFill>
              </a:rPr>
              <a:t>Manager</a:t>
            </a:r>
          </a:p>
        </p:txBody>
      </p:sp>
      <p:sp>
        <p:nvSpPr>
          <p:cNvPr id="21" name="">
            <a:extLst xmlns:a="http://schemas.openxmlformats.org/drawingml/2006/main">
              <a:ext uri="{FF2B5EF4-FFF2-40B4-BE49-F238E27FC236}">
                <a16:creationId xmlns:a16="http://schemas.microsoft.com/office/drawing/2014/main" id="{6F922F3B-308D-45A3-8340-B729BA3D047C}"/>
              </a:ext>
            </a:extLst>
          </p:cNvPr>
          <p:cNvSpPr>
            <a:spLocks xmlns:a="http://schemas.openxmlformats.org/drawingml/2006/main" noGrp="1"/>
          </p:cNvSpPr>
          <p:nvPr/>
        </p:nvSpPr>
        <p:spPr>
          <a:xfrm xmlns:a="http://schemas.openxmlformats.org/drawingml/2006/main">
            <a:off x="8572500" y="3076575"/>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0">
                <a:solidFill>
                  <a:srgbClr val="596560"/>
                </a:solidFill>
              </a:defRPr>
            </a:defPPr>
            <a:lvl1pPr algn="l">
              <a:buNone/>
              <a:defRPr sz="1050" b="0">
                <a:solidFill>
                  <a:srgbClr val="596560"/>
                </a:solidFill>
              </a:defRPr>
            </a:lvl1pPr>
            <a:lvl2pPr algn="l">
              <a:buNone/>
              <a:defRPr sz="1050" b="0">
                <a:solidFill>
                  <a:srgbClr val="596560"/>
                </a:solidFill>
              </a:defRPr>
            </a:lvl2pPr>
            <a:lvl3pPr algn="l">
              <a:buNone/>
              <a:defRPr sz="1050" b="0">
                <a:solidFill>
                  <a:srgbClr val="596560"/>
                </a:solidFill>
              </a:defRPr>
            </a:lvl3pPr>
            <a:lvl4pPr algn="l">
              <a:buNone/>
              <a:defRPr sz="1050" b="0">
                <a:solidFill>
                  <a:srgbClr val="596560"/>
                </a:solidFill>
              </a:defRPr>
            </a:lvl4pPr>
            <a:lvl5pPr algn="l">
              <a:buNone/>
              <a:defRPr sz="1050" b="0">
                <a:solidFill>
                  <a:srgbClr val="596560"/>
                </a:solidFill>
              </a:defRPr>
            </a:lvl5pPr>
            <a:lvl6pPr algn="l">
              <a:buNone/>
              <a:defRPr sz="1050" b="0">
                <a:solidFill>
                  <a:srgbClr val="596560"/>
                </a:solidFill>
              </a:defRPr>
            </a:lvl6pPr>
            <a:lvl7pPr algn="l">
              <a:buNone/>
              <a:defRPr sz="1050" b="0">
                <a:solidFill>
                  <a:srgbClr val="596560"/>
                </a:solidFill>
              </a:defRPr>
            </a:lvl7pPr>
            <a:lvl8pPr algn="l">
              <a:buNone/>
              <a:defRPr sz="1050" b="0">
                <a:solidFill>
                  <a:srgbClr val="596560"/>
                </a:solidFill>
              </a:defRPr>
            </a:lvl8pPr>
            <a:lvl9pPr algn="l">
              <a:buNone/>
              <a:defRPr sz="1050" b="0">
                <a:solidFill>
                  <a:srgbClr val="596560"/>
                </a:solidFill>
              </a:defRPr>
            </a:lvl9pPr>
          </a:lstStyle>
          <a:p xmlns:a="http://schemas.openxmlformats.org/drawingml/2006/main">
            <a:pPr algn="l">
              <a:buNone/>
              <a:defRPr sz="1050" b="0">
                <a:solidFill>
                  <a:srgbClr val="596560"/>
                </a:solidFill>
              </a:defRPr>
            </a:pPr>
            <a:r>
              <a:rPr sz="1050" b="0">
                <a:solidFill>
                  <a:srgbClr val="596560"/>
                </a:solidFill>
              </a:rPr>
              <a:t>Checks feasibility, reviews risk and approves or rejects</a:t>
            </a:r>
          </a:p>
        </p:txBody>
      </p:sp>
      <p:sp>
        <p:nvSpPr>
          <p:cNvPr id="22" name="">
            <a:extLst xmlns:a="http://schemas.openxmlformats.org/drawingml/2006/main">
              <a:ext uri="{FF2B5EF4-FFF2-40B4-BE49-F238E27FC236}">
                <a16:creationId xmlns:a16="http://schemas.microsoft.com/office/drawing/2014/main" id="{20820F97-0E5F-4806-8346-2225D8C2A167}"/>
              </a:ext>
            </a:extLst>
          </p:cNvPr>
          <p:cNvSpPr>
            <a:spLocks xmlns:a="http://schemas.openxmlformats.org/drawingml/2006/main" noGrp="1"/>
          </p:cNvSpPr>
          <p:nvPr/>
        </p:nvSpPr>
        <p:spPr>
          <a:xfrm xmlns:a="http://schemas.openxmlformats.org/drawingml/2006/main">
            <a:off x="8096250" y="3505200"/>
            <a:ext cx="323850" cy="266700"/>
          </a:xfrm>
          <a:prstGeom xmlns:a="http://schemas.openxmlformats.org/drawingml/2006/main" prst="roundRect">
            <a:avLst>
              <a:gd name="adj" fmla="val 28571"/>
            </a:avLst>
          </a:prstGeom>
          <a:solidFill xmlns:a="http://schemas.openxmlformats.org/drawingml/2006/main">
            <a:srgbClr val="D95C3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05DAB2F-340D-4F6D-8948-97E7F9296A67}"/>
              </a:ext>
            </a:extLst>
          </p:cNvPr>
          <p:cNvSpPr>
            <a:spLocks xmlns:a="http://schemas.openxmlformats.org/drawingml/2006/main" noGrp="1"/>
          </p:cNvSpPr>
          <p:nvPr/>
        </p:nvSpPr>
        <p:spPr>
          <a:xfrm xmlns:a="http://schemas.openxmlformats.org/drawingml/2006/main">
            <a:off x="8172450" y="3514725"/>
            <a:ext cx="171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75" b="1">
                <a:solidFill>
                  <a:srgbClr val="FFFFFF"/>
                </a:solidFill>
              </a:defRPr>
            </a:defPPr>
            <a:lvl1pPr algn="ctr">
              <a:buNone/>
              <a:defRPr sz="975" b="1">
                <a:solidFill>
                  <a:srgbClr val="FFFFFF"/>
                </a:solidFill>
              </a:defRPr>
            </a:lvl1pPr>
            <a:lvl2pPr algn="ctr">
              <a:buNone/>
              <a:defRPr sz="975" b="1">
                <a:solidFill>
                  <a:srgbClr val="FFFFFF"/>
                </a:solidFill>
              </a:defRPr>
            </a:lvl2pPr>
            <a:lvl3pPr algn="ctr">
              <a:buNone/>
              <a:defRPr sz="975" b="1">
                <a:solidFill>
                  <a:srgbClr val="FFFFFF"/>
                </a:solidFill>
              </a:defRPr>
            </a:lvl3pPr>
            <a:lvl4pPr algn="ctr">
              <a:buNone/>
              <a:defRPr sz="975" b="1">
                <a:solidFill>
                  <a:srgbClr val="FFFFFF"/>
                </a:solidFill>
              </a:defRPr>
            </a:lvl4pPr>
            <a:lvl5pPr algn="ctr">
              <a:buNone/>
              <a:defRPr sz="975" b="1">
                <a:solidFill>
                  <a:srgbClr val="FFFFFF"/>
                </a:solidFill>
              </a:defRPr>
            </a:lvl5pPr>
            <a:lvl6pPr algn="ctr">
              <a:buNone/>
              <a:defRPr sz="975" b="1">
                <a:solidFill>
                  <a:srgbClr val="FFFFFF"/>
                </a:solidFill>
              </a:defRPr>
            </a:lvl6pPr>
            <a:lvl7pPr algn="ctr">
              <a:buNone/>
              <a:defRPr sz="975" b="1">
                <a:solidFill>
                  <a:srgbClr val="FFFFFF"/>
                </a:solidFill>
              </a:defRPr>
            </a:lvl7pPr>
            <a:lvl8pPr algn="ctr">
              <a:buNone/>
              <a:defRPr sz="975" b="1">
                <a:solidFill>
                  <a:srgbClr val="FFFFFF"/>
                </a:solidFill>
              </a:defRPr>
            </a:lvl8pPr>
            <a:lvl9pPr algn="ctr">
              <a:buNone/>
              <a:defRPr sz="975" b="1">
                <a:solidFill>
                  <a:srgbClr val="FFFFFF"/>
                </a:solidFill>
              </a:defRPr>
            </a:lvl9pPr>
          </a:lstStyle>
          <a:p xmlns:a="http://schemas.openxmlformats.org/drawingml/2006/main">
            <a:pPr algn="ctr">
              <a:buNone/>
              <a:defRPr sz="975" b="1">
                <a:solidFill>
                  <a:srgbClr val="FFFFFF"/>
                </a:solidFill>
              </a:defRPr>
            </a:pPr>
            <a:r>
              <a:rPr sz="975" b="1">
                <a:solidFill>
                  <a:srgbClr val="FFFFFF"/>
                </a:solidFill>
              </a:rPr>
              <a:t>3</a:t>
            </a:r>
          </a:p>
        </p:txBody>
      </p:sp>
      <p:sp>
        <p:nvSpPr>
          <p:cNvPr id="24" name="">
            <a:extLst xmlns:a="http://schemas.openxmlformats.org/drawingml/2006/main">
              <a:ext uri="{FF2B5EF4-FFF2-40B4-BE49-F238E27FC236}">
                <a16:creationId xmlns:a16="http://schemas.microsoft.com/office/drawing/2014/main" id="{1DDACC4A-817A-4F59-8992-D7F0A8BB0853}"/>
              </a:ext>
            </a:extLst>
          </p:cNvPr>
          <p:cNvSpPr>
            <a:spLocks xmlns:a="http://schemas.openxmlformats.org/drawingml/2006/main" noGrp="1"/>
          </p:cNvSpPr>
          <p:nvPr/>
        </p:nvSpPr>
        <p:spPr>
          <a:xfrm xmlns:a="http://schemas.openxmlformats.org/drawingml/2006/main">
            <a:off x="8572500" y="3495675"/>
            <a:ext cx="2524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7211F"/>
                </a:solidFill>
              </a:defRPr>
            </a:defPPr>
            <a:lvl1pPr algn="l">
              <a:buNone/>
              <a:defRPr sz="1200" b="1">
                <a:solidFill>
                  <a:srgbClr val="17211F"/>
                </a:solidFill>
              </a:defRPr>
            </a:lvl1pPr>
            <a:lvl2pPr algn="l">
              <a:buNone/>
              <a:defRPr sz="1200" b="1">
                <a:solidFill>
                  <a:srgbClr val="17211F"/>
                </a:solidFill>
              </a:defRPr>
            </a:lvl2pPr>
            <a:lvl3pPr algn="l">
              <a:buNone/>
              <a:defRPr sz="1200" b="1">
                <a:solidFill>
                  <a:srgbClr val="17211F"/>
                </a:solidFill>
              </a:defRPr>
            </a:lvl3pPr>
            <a:lvl4pPr algn="l">
              <a:buNone/>
              <a:defRPr sz="1200" b="1">
                <a:solidFill>
                  <a:srgbClr val="17211F"/>
                </a:solidFill>
              </a:defRPr>
            </a:lvl4pPr>
            <a:lvl5pPr algn="l">
              <a:buNone/>
              <a:defRPr sz="1200" b="1">
                <a:solidFill>
                  <a:srgbClr val="17211F"/>
                </a:solidFill>
              </a:defRPr>
            </a:lvl5pPr>
            <a:lvl6pPr algn="l">
              <a:buNone/>
              <a:defRPr sz="1200" b="1">
                <a:solidFill>
                  <a:srgbClr val="17211F"/>
                </a:solidFill>
              </a:defRPr>
            </a:lvl6pPr>
            <a:lvl7pPr algn="l">
              <a:buNone/>
              <a:defRPr sz="1200" b="1">
                <a:solidFill>
                  <a:srgbClr val="17211F"/>
                </a:solidFill>
              </a:defRPr>
            </a:lvl7pPr>
            <a:lvl8pPr algn="l">
              <a:buNone/>
              <a:defRPr sz="1200" b="1">
                <a:solidFill>
                  <a:srgbClr val="17211F"/>
                </a:solidFill>
              </a:defRPr>
            </a:lvl8pPr>
            <a:lvl9pPr algn="l">
              <a:buNone/>
              <a:defRPr sz="1200" b="1">
                <a:solidFill>
                  <a:srgbClr val="17211F"/>
                </a:solidFill>
              </a:defRPr>
            </a:lvl9pPr>
          </a:lstStyle>
          <a:p xmlns:a="http://schemas.openxmlformats.org/drawingml/2006/main">
            <a:pPr algn="l">
              <a:buNone/>
              <a:defRPr sz="1200" b="1">
                <a:solidFill>
                  <a:srgbClr val="17211F"/>
                </a:solidFill>
              </a:defRPr>
            </a:pPr>
            <a:r>
              <a:rPr sz="1200" b="1">
                <a:solidFill>
                  <a:srgbClr val="17211F"/>
                </a:solidFill>
              </a:rPr>
              <a:t>Factory operator</a:t>
            </a:r>
          </a:p>
        </p:txBody>
      </p:sp>
      <p:sp>
        <p:nvSpPr>
          <p:cNvPr id="25" name="">
            <a:extLst xmlns:a="http://schemas.openxmlformats.org/drawingml/2006/main">
              <a:ext uri="{FF2B5EF4-FFF2-40B4-BE49-F238E27FC236}">
                <a16:creationId xmlns:a16="http://schemas.microsoft.com/office/drawing/2014/main" id="{44AE766B-E8CB-475A-A38F-30C0CC347E51}"/>
              </a:ext>
            </a:extLst>
          </p:cNvPr>
          <p:cNvSpPr>
            <a:spLocks xmlns:a="http://schemas.openxmlformats.org/drawingml/2006/main" noGrp="1"/>
          </p:cNvSpPr>
          <p:nvPr/>
        </p:nvSpPr>
        <p:spPr>
          <a:xfrm xmlns:a="http://schemas.openxmlformats.org/drawingml/2006/main">
            <a:off x="8572500" y="3762375"/>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0">
                <a:solidFill>
                  <a:srgbClr val="596560"/>
                </a:solidFill>
              </a:defRPr>
            </a:defPPr>
            <a:lvl1pPr algn="l">
              <a:buNone/>
              <a:defRPr sz="1050" b="0">
                <a:solidFill>
                  <a:srgbClr val="596560"/>
                </a:solidFill>
              </a:defRPr>
            </a:lvl1pPr>
            <a:lvl2pPr algn="l">
              <a:buNone/>
              <a:defRPr sz="1050" b="0">
                <a:solidFill>
                  <a:srgbClr val="596560"/>
                </a:solidFill>
              </a:defRPr>
            </a:lvl2pPr>
            <a:lvl3pPr algn="l">
              <a:buNone/>
              <a:defRPr sz="1050" b="0">
                <a:solidFill>
                  <a:srgbClr val="596560"/>
                </a:solidFill>
              </a:defRPr>
            </a:lvl3pPr>
            <a:lvl4pPr algn="l">
              <a:buNone/>
              <a:defRPr sz="1050" b="0">
                <a:solidFill>
                  <a:srgbClr val="596560"/>
                </a:solidFill>
              </a:defRPr>
            </a:lvl4pPr>
            <a:lvl5pPr algn="l">
              <a:buNone/>
              <a:defRPr sz="1050" b="0">
                <a:solidFill>
                  <a:srgbClr val="596560"/>
                </a:solidFill>
              </a:defRPr>
            </a:lvl5pPr>
            <a:lvl6pPr algn="l">
              <a:buNone/>
              <a:defRPr sz="1050" b="0">
                <a:solidFill>
                  <a:srgbClr val="596560"/>
                </a:solidFill>
              </a:defRPr>
            </a:lvl6pPr>
            <a:lvl7pPr algn="l">
              <a:buNone/>
              <a:defRPr sz="1050" b="0">
                <a:solidFill>
                  <a:srgbClr val="596560"/>
                </a:solidFill>
              </a:defRPr>
            </a:lvl7pPr>
            <a:lvl8pPr algn="l">
              <a:buNone/>
              <a:defRPr sz="1050" b="0">
                <a:solidFill>
                  <a:srgbClr val="596560"/>
                </a:solidFill>
              </a:defRPr>
            </a:lvl8pPr>
            <a:lvl9pPr algn="l">
              <a:buNone/>
              <a:defRPr sz="1050" b="0">
                <a:solidFill>
                  <a:srgbClr val="596560"/>
                </a:solidFill>
              </a:defRPr>
            </a:lvl9pPr>
          </a:lstStyle>
          <a:p xmlns:a="http://schemas.openxmlformats.org/drawingml/2006/main">
            <a:pPr algn="l">
              <a:buNone/>
              <a:defRPr sz="1050" b="0">
                <a:solidFill>
                  <a:srgbClr val="596560"/>
                </a:solidFill>
              </a:defRPr>
            </a:pPr>
            <a:r>
              <a:rPr sz="1050" b="0">
                <a:solidFill>
                  <a:srgbClr val="596560"/>
                </a:solidFill>
              </a:rPr>
              <a:t>Checks stock, advances stages and records inspections</a:t>
            </a:r>
          </a:p>
        </p:txBody>
      </p:sp>
      <p:sp>
        <p:nvSpPr>
          <p:cNvPr id="26" name="">
            <a:extLst xmlns:a="http://schemas.openxmlformats.org/drawingml/2006/main">
              <a:ext uri="{FF2B5EF4-FFF2-40B4-BE49-F238E27FC236}">
                <a16:creationId xmlns:a16="http://schemas.microsoft.com/office/drawing/2014/main" id="{387789A1-ACB1-4102-BDAF-0A57028CE857}"/>
              </a:ext>
            </a:extLst>
          </p:cNvPr>
          <p:cNvSpPr>
            <a:spLocks xmlns:a="http://schemas.openxmlformats.org/drawingml/2006/main" noGrp="1"/>
          </p:cNvSpPr>
          <p:nvPr/>
        </p:nvSpPr>
        <p:spPr>
          <a:xfrm xmlns:a="http://schemas.openxmlformats.org/drawingml/2006/main">
            <a:off x="8096250" y="4191000"/>
            <a:ext cx="323850" cy="266700"/>
          </a:xfrm>
          <a:prstGeom xmlns:a="http://schemas.openxmlformats.org/drawingml/2006/main" prst="roundRect">
            <a:avLst>
              <a:gd name="adj" fmla="val 28571"/>
            </a:avLst>
          </a:prstGeom>
          <a:solidFill xmlns:a="http://schemas.openxmlformats.org/drawingml/2006/main">
            <a:srgbClr val="D95C3D"/>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BBC1EC0-6529-45EC-A2D7-8F574CE0BD04}"/>
              </a:ext>
            </a:extLst>
          </p:cNvPr>
          <p:cNvSpPr>
            <a:spLocks xmlns:a="http://schemas.openxmlformats.org/drawingml/2006/main" noGrp="1"/>
          </p:cNvSpPr>
          <p:nvPr/>
        </p:nvSpPr>
        <p:spPr>
          <a:xfrm xmlns:a="http://schemas.openxmlformats.org/drawingml/2006/main">
            <a:off x="8172450" y="4200525"/>
            <a:ext cx="171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75" b="1">
                <a:solidFill>
                  <a:srgbClr val="FFFFFF"/>
                </a:solidFill>
              </a:defRPr>
            </a:defPPr>
            <a:lvl1pPr algn="ctr">
              <a:buNone/>
              <a:defRPr sz="975" b="1">
                <a:solidFill>
                  <a:srgbClr val="FFFFFF"/>
                </a:solidFill>
              </a:defRPr>
            </a:lvl1pPr>
            <a:lvl2pPr algn="ctr">
              <a:buNone/>
              <a:defRPr sz="975" b="1">
                <a:solidFill>
                  <a:srgbClr val="FFFFFF"/>
                </a:solidFill>
              </a:defRPr>
            </a:lvl2pPr>
            <a:lvl3pPr algn="ctr">
              <a:buNone/>
              <a:defRPr sz="975" b="1">
                <a:solidFill>
                  <a:srgbClr val="FFFFFF"/>
                </a:solidFill>
              </a:defRPr>
            </a:lvl3pPr>
            <a:lvl4pPr algn="ctr">
              <a:buNone/>
              <a:defRPr sz="975" b="1">
                <a:solidFill>
                  <a:srgbClr val="FFFFFF"/>
                </a:solidFill>
              </a:defRPr>
            </a:lvl4pPr>
            <a:lvl5pPr algn="ctr">
              <a:buNone/>
              <a:defRPr sz="975" b="1">
                <a:solidFill>
                  <a:srgbClr val="FFFFFF"/>
                </a:solidFill>
              </a:defRPr>
            </a:lvl5pPr>
            <a:lvl6pPr algn="ctr">
              <a:buNone/>
              <a:defRPr sz="975" b="1">
                <a:solidFill>
                  <a:srgbClr val="FFFFFF"/>
                </a:solidFill>
              </a:defRPr>
            </a:lvl6pPr>
            <a:lvl7pPr algn="ctr">
              <a:buNone/>
              <a:defRPr sz="975" b="1">
                <a:solidFill>
                  <a:srgbClr val="FFFFFF"/>
                </a:solidFill>
              </a:defRPr>
            </a:lvl7pPr>
            <a:lvl8pPr algn="ctr">
              <a:buNone/>
              <a:defRPr sz="975" b="1">
                <a:solidFill>
                  <a:srgbClr val="FFFFFF"/>
                </a:solidFill>
              </a:defRPr>
            </a:lvl8pPr>
            <a:lvl9pPr algn="ctr">
              <a:buNone/>
              <a:defRPr sz="975" b="1">
                <a:solidFill>
                  <a:srgbClr val="FFFFFF"/>
                </a:solidFill>
              </a:defRPr>
            </a:lvl9pPr>
          </a:lstStyle>
          <a:p xmlns:a="http://schemas.openxmlformats.org/drawingml/2006/main">
            <a:pPr algn="ctr">
              <a:buNone/>
              <a:defRPr sz="975" b="1">
                <a:solidFill>
                  <a:srgbClr val="FFFFFF"/>
                </a:solidFill>
              </a:defRPr>
            </a:pPr>
            <a:r>
              <a:rPr sz="975" b="1">
                <a:solidFill>
                  <a:srgbClr val="FFFFFF"/>
                </a:solidFill>
              </a:rPr>
              <a:t>4</a:t>
            </a:r>
          </a:p>
        </p:txBody>
      </p:sp>
      <p:sp>
        <p:nvSpPr>
          <p:cNvPr id="28" name="">
            <a:extLst xmlns:a="http://schemas.openxmlformats.org/drawingml/2006/main">
              <a:ext uri="{FF2B5EF4-FFF2-40B4-BE49-F238E27FC236}">
                <a16:creationId xmlns:a16="http://schemas.microsoft.com/office/drawing/2014/main" id="{7383E416-88F0-4E62-9985-D2A18F4C29DB}"/>
              </a:ext>
            </a:extLst>
          </p:cNvPr>
          <p:cNvSpPr>
            <a:spLocks xmlns:a="http://schemas.openxmlformats.org/drawingml/2006/main" noGrp="1"/>
          </p:cNvSpPr>
          <p:nvPr/>
        </p:nvSpPr>
        <p:spPr>
          <a:xfrm xmlns:a="http://schemas.openxmlformats.org/drawingml/2006/main">
            <a:off x="8572500" y="4181475"/>
            <a:ext cx="2524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7211F"/>
                </a:solidFill>
              </a:defRPr>
            </a:defPPr>
            <a:lvl1pPr algn="l">
              <a:buNone/>
              <a:defRPr sz="1200" b="1">
                <a:solidFill>
                  <a:srgbClr val="17211F"/>
                </a:solidFill>
              </a:defRPr>
            </a:lvl1pPr>
            <a:lvl2pPr algn="l">
              <a:buNone/>
              <a:defRPr sz="1200" b="1">
                <a:solidFill>
                  <a:srgbClr val="17211F"/>
                </a:solidFill>
              </a:defRPr>
            </a:lvl2pPr>
            <a:lvl3pPr algn="l">
              <a:buNone/>
              <a:defRPr sz="1200" b="1">
                <a:solidFill>
                  <a:srgbClr val="17211F"/>
                </a:solidFill>
              </a:defRPr>
            </a:lvl3pPr>
            <a:lvl4pPr algn="l">
              <a:buNone/>
              <a:defRPr sz="1200" b="1">
                <a:solidFill>
                  <a:srgbClr val="17211F"/>
                </a:solidFill>
              </a:defRPr>
            </a:lvl4pPr>
            <a:lvl5pPr algn="l">
              <a:buNone/>
              <a:defRPr sz="1200" b="1">
                <a:solidFill>
                  <a:srgbClr val="17211F"/>
                </a:solidFill>
              </a:defRPr>
            </a:lvl5pPr>
            <a:lvl6pPr algn="l">
              <a:buNone/>
              <a:defRPr sz="1200" b="1">
                <a:solidFill>
                  <a:srgbClr val="17211F"/>
                </a:solidFill>
              </a:defRPr>
            </a:lvl6pPr>
            <a:lvl7pPr algn="l">
              <a:buNone/>
              <a:defRPr sz="1200" b="1">
                <a:solidFill>
                  <a:srgbClr val="17211F"/>
                </a:solidFill>
              </a:defRPr>
            </a:lvl7pPr>
            <a:lvl8pPr algn="l">
              <a:buNone/>
              <a:defRPr sz="1200" b="1">
                <a:solidFill>
                  <a:srgbClr val="17211F"/>
                </a:solidFill>
              </a:defRPr>
            </a:lvl8pPr>
            <a:lvl9pPr algn="l">
              <a:buNone/>
              <a:defRPr sz="1200" b="1">
                <a:solidFill>
                  <a:srgbClr val="17211F"/>
                </a:solidFill>
              </a:defRPr>
            </a:lvl9pPr>
          </a:lstStyle>
          <a:p xmlns:a="http://schemas.openxmlformats.org/drawingml/2006/main">
            <a:pPr algn="l">
              <a:buNone/>
              <a:defRPr sz="1200" b="1">
                <a:solidFill>
                  <a:srgbClr val="17211F"/>
                </a:solidFill>
              </a:defRPr>
            </a:pPr>
            <a:r>
              <a:rPr sz="1200" b="1">
                <a:solidFill>
                  <a:srgbClr val="17211F"/>
                </a:solidFill>
              </a:rPr>
              <a:t>Logistics</a:t>
            </a:r>
          </a:p>
        </p:txBody>
      </p:sp>
      <p:sp>
        <p:nvSpPr>
          <p:cNvPr id="29" name="">
            <a:extLst xmlns:a="http://schemas.openxmlformats.org/drawingml/2006/main">
              <a:ext uri="{FF2B5EF4-FFF2-40B4-BE49-F238E27FC236}">
                <a16:creationId xmlns:a16="http://schemas.microsoft.com/office/drawing/2014/main" id="{0D4F6586-04F3-4267-906C-4CAF3E33C3F5}"/>
              </a:ext>
            </a:extLst>
          </p:cNvPr>
          <p:cNvSpPr>
            <a:spLocks xmlns:a="http://schemas.openxmlformats.org/drawingml/2006/main" noGrp="1"/>
          </p:cNvSpPr>
          <p:nvPr/>
        </p:nvSpPr>
        <p:spPr>
          <a:xfrm xmlns:a="http://schemas.openxmlformats.org/drawingml/2006/main">
            <a:off x="8572500" y="4448175"/>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0">
                <a:solidFill>
                  <a:srgbClr val="596560"/>
                </a:solidFill>
              </a:defRPr>
            </a:defPPr>
            <a:lvl1pPr algn="l">
              <a:buNone/>
              <a:defRPr sz="1050" b="0">
                <a:solidFill>
                  <a:srgbClr val="596560"/>
                </a:solidFill>
              </a:defRPr>
            </a:lvl1pPr>
            <a:lvl2pPr algn="l">
              <a:buNone/>
              <a:defRPr sz="1050" b="0">
                <a:solidFill>
                  <a:srgbClr val="596560"/>
                </a:solidFill>
              </a:defRPr>
            </a:lvl2pPr>
            <a:lvl3pPr algn="l">
              <a:buNone/>
              <a:defRPr sz="1050" b="0">
                <a:solidFill>
                  <a:srgbClr val="596560"/>
                </a:solidFill>
              </a:defRPr>
            </a:lvl3pPr>
            <a:lvl4pPr algn="l">
              <a:buNone/>
              <a:defRPr sz="1050" b="0">
                <a:solidFill>
                  <a:srgbClr val="596560"/>
                </a:solidFill>
              </a:defRPr>
            </a:lvl4pPr>
            <a:lvl5pPr algn="l">
              <a:buNone/>
              <a:defRPr sz="1050" b="0">
                <a:solidFill>
                  <a:srgbClr val="596560"/>
                </a:solidFill>
              </a:defRPr>
            </a:lvl5pPr>
            <a:lvl6pPr algn="l">
              <a:buNone/>
              <a:defRPr sz="1050" b="0">
                <a:solidFill>
                  <a:srgbClr val="596560"/>
                </a:solidFill>
              </a:defRPr>
            </a:lvl6pPr>
            <a:lvl7pPr algn="l">
              <a:buNone/>
              <a:defRPr sz="1050" b="0">
                <a:solidFill>
                  <a:srgbClr val="596560"/>
                </a:solidFill>
              </a:defRPr>
            </a:lvl7pPr>
            <a:lvl8pPr algn="l">
              <a:buNone/>
              <a:defRPr sz="1050" b="0">
                <a:solidFill>
                  <a:srgbClr val="596560"/>
                </a:solidFill>
              </a:defRPr>
            </a:lvl8pPr>
            <a:lvl9pPr algn="l">
              <a:buNone/>
              <a:defRPr sz="1050" b="0">
                <a:solidFill>
                  <a:srgbClr val="596560"/>
                </a:solidFill>
              </a:defRPr>
            </a:lvl9pPr>
          </a:lstStyle>
          <a:p xmlns:a="http://schemas.openxmlformats.org/drawingml/2006/main">
            <a:pPr algn="l">
              <a:buNone/>
              <a:defRPr sz="1050" b="0">
                <a:solidFill>
                  <a:srgbClr val="596560"/>
                </a:solidFill>
              </a:defRPr>
            </a:pPr>
            <a:r>
              <a:rPr sz="1050" b="0">
                <a:solidFill>
                  <a:srgbClr val="596560"/>
                </a:solidFill>
              </a:rPr>
              <a:t>Labels and dispatches the products</a:t>
            </a:r>
          </a:p>
        </p:txBody>
      </p:sp>
      <p:sp>
        <p:nvSpPr>
          <p:cNvPr id="30" name="">
            <a:extLst xmlns:a="http://schemas.openxmlformats.org/drawingml/2006/main">
              <a:ext uri="{FF2B5EF4-FFF2-40B4-BE49-F238E27FC236}">
                <a16:creationId xmlns:a16="http://schemas.microsoft.com/office/drawing/2014/main" id="{077FC4B4-8451-4969-A50B-8ACFD07BBA9A}"/>
              </a:ext>
            </a:extLst>
          </p:cNvPr>
          <p:cNvSpPr>
            <a:spLocks xmlns:a="http://schemas.openxmlformats.org/drawingml/2006/main" noGrp="1"/>
          </p:cNvSpPr>
          <p:nvPr/>
        </p:nvSpPr>
        <p:spPr>
          <a:xfrm xmlns:a="http://schemas.openxmlformats.org/drawingml/2006/main">
            <a:off x="8096250" y="4876800"/>
            <a:ext cx="323850" cy="266700"/>
          </a:xfrm>
          <a:prstGeom xmlns:a="http://schemas.openxmlformats.org/drawingml/2006/main" prst="roundRect">
            <a:avLst>
              <a:gd name="adj" fmla="val 28571"/>
            </a:avLst>
          </a:prstGeom>
          <a:solidFill xmlns:a="http://schemas.openxmlformats.org/drawingml/2006/main">
            <a:srgbClr val="D95C3D"/>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7D22C774-101B-432A-A8EE-4CE1E3CE34E3}"/>
              </a:ext>
            </a:extLst>
          </p:cNvPr>
          <p:cNvSpPr>
            <a:spLocks xmlns:a="http://schemas.openxmlformats.org/drawingml/2006/main" noGrp="1"/>
          </p:cNvSpPr>
          <p:nvPr/>
        </p:nvSpPr>
        <p:spPr>
          <a:xfrm xmlns:a="http://schemas.openxmlformats.org/drawingml/2006/main">
            <a:off x="8172450" y="4886325"/>
            <a:ext cx="171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75" b="1">
                <a:solidFill>
                  <a:srgbClr val="FFFFFF"/>
                </a:solidFill>
              </a:defRPr>
            </a:defPPr>
            <a:lvl1pPr algn="ctr">
              <a:buNone/>
              <a:defRPr sz="975" b="1">
                <a:solidFill>
                  <a:srgbClr val="FFFFFF"/>
                </a:solidFill>
              </a:defRPr>
            </a:lvl1pPr>
            <a:lvl2pPr algn="ctr">
              <a:buNone/>
              <a:defRPr sz="975" b="1">
                <a:solidFill>
                  <a:srgbClr val="FFFFFF"/>
                </a:solidFill>
              </a:defRPr>
            </a:lvl2pPr>
            <a:lvl3pPr algn="ctr">
              <a:buNone/>
              <a:defRPr sz="975" b="1">
                <a:solidFill>
                  <a:srgbClr val="FFFFFF"/>
                </a:solidFill>
              </a:defRPr>
            </a:lvl3pPr>
            <a:lvl4pPr algn="ctr">
              <a:buNone/>
              <a:defRPr sz="975" b="1">
                <a:solidFill>
                  <a:srgbClr val="FFFFFF"/>
                </a:solidFill>
              </a:defRPr>
            </a:lvl4pPr>
            <a:lvl5pPr algn="ctr">
              <a:buNone/>
              <a:defRPr sz="975" b="1">
                <a:solidFill>
                  <a:srgbClr val="FFFFFF"/>
                </a:solidFill>
              </a:defRPr>
            </a:lvl5pPr>
            <a:lvl6pPr algn="ctr">
              <a:buNone/>
              <a:defRPr sz="975" b="1">
                <a:solidFill>
                  <a:srgbClr val="FFFFFF"/>
                </a:solidFill>
              </a:defRPr>
            </a:lvl6pPr>
            <a:lvl7pPr algn="ctr">
              <a:buNone/>
              <a:defRPr sz="975" b="1">
                <a:solidFill>
                  <a:srgbClr val="FFFFFF"/>
                </a:solidFill>
              </a:defRPr>
            </a:lvl7pPr>
            <a:lvl8pPr algn="ctr">
              <a:buNone/>
              <a:defRPr sz="975" b="1">
                <a:solidFill>
                  <a:srgbClr val="FFFFFF"/>
                </a:solidFill>
              </a:defRPr>
            </a:lvl8pPr>
            <a:lvl9pPr algn="ctr">
              <a:buNone/>
              <a:defRPr sz="975" b="1">
                <a:solidFill>
                  <a:srgbClr val="FFFFFF"/>
                </a:solidFill>
              </a:defRPr>
            </a:lvl9pPr>
          </a:lstStyle>
          <a:p xmlns:a="http://schemas.openxmlformats.org/drawingml/2006/main">
            <a:pPr algn="ctr">
              <a:buNone/>
              <a:defRPr sz="975" b="1">
                <a:solidFill>
                  <a:srgbClr val="FFFFFF"/>
                </a:solidFill>
              </a:defRPr>
            </a:pPr>
            <a:r>
              <a:rPr sz="975" b="1">
                <a:solidFill>
                  <a:srgbClr val="FFFFFF"/>
                </a:solidFill>
              </a:rPr>
              <a:t>5</a:t>
            </a:r>
          </a:p>
        </p:txBody>
      </p:sp>
      <p:sp>
        <p:nvSpPr>
          <p:cNvPr id="32" name="">
            <a:extLst xmlns:a="http://schemas.openxmlformats.org/drawingml/2006/main">
              <a:ext uri="{FF2B5EF4-FFF2-40B4-BE49-F238E27FC236}">
                <a16:creationId xmlns:a16="http://schemas.microsoft.com/office/drawing/2014/main" id="{F32E7CCF-BB97-4B60-AFB5-D5D213F5A290}"/>
              </a:ext>
            </a:extLst>
          </p:cNvPr>
          <p:cNvSpPr>
            <a:spLocks xmlns:a="http://schemas.openxmlformats.org/drawingml/2006/main" noGrp="1"/>
          </p:cNvSpPr>
          <p:nvPr/>
        </p:nvSpPr>
        <p:spPr>
          <a:xfrm xmlns:a="http://schemas.openxmlformats.org/drawingml/2006/main">
            <a:off x="8572500" y="4867275"/>
            <a:ext cx="2524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7211F"/>
                </a:solidFill>
              </a:defRPr>
            </a:defPPr>
            <a:lvl1pPr algn="l">
              <a:buNone/>
              <a:defRPr sz="1200" b="1">
                <a:solidFill>
                  <a:srgbClr val="17211F"/>
                </a:solidFill>
              </a:defRPr>
            </a:lvl1pPr>
            <a:lvl2pPr algn="l">
              <a:buNone/>
              <a:defRPr sz="1200" b="1">
                <a:solidFill>
                  <a:srgbClr val="17211F"/>
                </a:solidFill>
              </a:defRPr>
            </a:lvl2pPr>
            <a:lvl3pPr algn="l">
              <a:buNone/>
              <a:defRPr sz="1200" b="1">
                <a:solidFill>
                  <a:srgbClr val="17211F"/>
                </a:solidFill>
              </a:defRPr>
            </a:lvl3pPr>
            <a:lvl4pPr algn="l">
              <a:buNone/>
              <a:defRPr sz="1200" b="1">
                <a:solidFill>
                  <a:srgbClr val="17211F"/>
                </a:solidFill>
              </a:defRPr>
            </a:lvl4pPr>
            <a:lvl5pPr algn="l">
              <a:buNone/>
              <a:defRPr sz="1200" b="1">
                <a:solidFill>
                  <a:srgbClr val="17211F"/>
                </a:solidFill>
              </a:defRPr>
            </a:lvl5pPr>
            <a:lvl6pPr algn="l">
              <a:buNone/>
              <a:defRPr sz="1200" b="1">
                <a:solidFill>
                  <a:srgbClr val="17211F"/>
                </a:solidFill>
              </a:defRPr>
            </a:lvl6pPr>
            <a:lvl7pPr algn="l">
              <a:buNone/>
              <a:defRPr sz="1200" b="1">
                <a:solidFill>
                  <a:srgbClr val="17211F"/>
                </a:solidFill>
              </a:defRPr>
            </a:lvl7pPr>
            <a:lvl8pPr algn="l">
              <a:buNone/>
              <a:defRPr sz="1200" b="1">
                <a:solidFill>
                  <a:srgbClr val="17211F"/>
                </a:solidFill>
              </a:defRPr>
            </a:lvl8pPr>
            <a:lvl9pPr algn="l">
              <a:buNone/>
              <a:defRPr sz="1200" b="1">
                <a:solidFill>
                  <a:srgbClr val="17211F"/>
                </a:solidFill>
              </a:defRPr>
            </a:lvl9pPr>
          </a:lstStyle>
          <a:p xmlns:a="http://schemas.openxmlformats.org/drawingml/2006/main">
            <a:pPr algn="l">
              <a:buNone/>
              <a:defRPr sz="1200" b="1">
                <a:solidFill>
                  <a:srgbClr val="17211F"/>
                </a:solidFill>
              </a:defRPr>
            </a:pPr>
            <a:r>
              <a:rPr sz="1200" b="1">
                <a:solidFill>
                  <a:srgbClr val="17211F"/>
                </a:solidFill>
              </a:rPr>
              <a:t>Customer-side Sales</a:t>
            </a:r>
          </a:p>
        </p:txBody>
      </p:sp>
      <p:sp>
        <p:nvSpPr>
          <p:cNvPr id="33" name="">
            <a:extLst xmlns:a="http://schemas.openxmlformats.org/drawingml/2006/main">
              <a:ext uri="{FF2B5EF4-FFF2-40B4-BE49-F238E27FC236}">
                <a16:creationId xmlns:a16="http://schemas.microsoft.com/office/drawing/2014/main" id="{B550B8B2-F487-4F92-A12D-E6CAD45B0F70}"/>
              </a:ext>
            </a:extLst>
          </p:cNvPr>
          <p:cNvSpPr>
            <a:spLocks xmlns:a="http://schemas.openxmlformats.org/drawingml/2006/main" noGrp="1"/>
          </p:cNvSpPr>
          <p:nvPr/>
        </p:nvSpPr>
        <p:spPr>
          <a:xfrm xmlns:a="http://schemas.openxmlformats.org/drawingml/2006/main">
            <a:off x="8572500" y="5133975"/>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0">
                <a:solidFill>
                  <a:srgbClr val="596560"/>
                </a:solidFill>
              </a:defRPr>
            </a:defPPr>
            <a:lvl1pPr algn="l">
              <a:buNone/>
              <a:defRPr sz="1050" b="0">
                <a:solidFill>
                  <a:srgbClr val="596560"/>
                </a:solidFill>
              </a:defRPr>
            </a:lvl1pPr>
            <a:lvl2pPr algn="l">
              <a:buNone/>
              <a:defRPr sz="1050" b="0">
                <a:solidFill>
                  <a:srgbClr val="596560"/>
                </a:solidFill>
              </a:defRPr>
            </a:lvl2pPr>
            <a:lvl3pPr algn="l">
              <a:buNone/>
              <a:defRPr sz="1050" b="0">
                <a:solidFill>
                  <a:srgbClr val="596560"/>
                </a:solidFill>
              </a:defRPr>
            </a:lvl3pPr>
            <a:lvl4pPr algn="l">
              <a:buNone/>
              <a:defRPr sz="1050" b="0">
                <a:solidFill>
                  <a:srgbClr val="596560"/>
                </a:solidFill>
              </a:defRPr>
            </a:lvl4pPr>
            <a:lvl5pPr algn="l">
              <a:buNone/>
              <a:defRPr sz="1050" b="0">
                <a:solidFill>
                  <a:srgbClr val="596560"/>
                </a:solidFill>
              </a:defRPr>
            </a:lvl5pPr>
            <a:lvl6pPr algn="l">
              <a:buNone/>
              <a:defRPr sz="1050" b="0">
                <a:solidFill>
                  <a:srgbClr val="596560"/>
                </a:solidFill>
              </a:defRPr>
            </a:lvl6pPr>
            <a:lvl7pPr algn="l">
              <a:buNone/>
              <a:defRPr sz="1050" b="0">
                <a:solidFill>
                  <a:srgbClr val="596560"/>
                </a:solidFill>
              </a:defRPr>
            </a:lvl7pPr>
            <a:lvl8pPr algn="l">
              <a:buNone/>
              <a:defRPr sz="1050" b="0">
                <a:solidFill>
                  <a:srgbClr val="596560"/>
                </a:solidFill>
              </a:defRPr>
            </a:lvl8pPr>
            <a:lvl9pPr algn="l">
              <a:buNone/>
              <a:defRPr sz="1050" b="0">
                <a:solidFill>
                  <a:srgbClr val="596560"/>
                </a:solidFill>
              </a:defRPr>
            </a:lvl9pPr>
          </a:lstStyle>
          <a:p xmlns:a="http://schemas.openxmlformats.org/drawingml/2006/main">
            <a:pPr algn="l">
              <a:buNone/>
              <a:defRPr sz="1050" b="0">
                <a:solidFill>
                  <a:srgbClr val="596560"/>
                </a:solidFill>
              </a:defRPr>
            </a:pPr>
            <a:r>
              <a:rPr sz="1050" b="0">
                <a:solidFill>
                  <a:srgbClr val="596560"/>
                </a:solidFill>
              </a:rPr>
              <a:t>Checks order status and delivery progress</a:t>
            </a:r>
          </a:p>
        </p:txBody>
      </p:sp>
      <p:sp>
        <p:nvSpPr>
          <p:cNvPr id="34" name="">
            <a:extLst xmlns:a="http://schemas.openxmlformats.org/drawingml/2006/main">
              <a:ext uri="{FF2B5EF4-FFF2-40B4-BE49-F238E27FC236}">
                <a16:creationId xmlns:a16="http://schemas.microsoft.com/office/drawing/2014/main" id="{088B2F12-7635-42DE-8E82-1E81477009F6}"/>
              </a:ext>
            </a:extLst>
          </p:cNvPr>
          <p:cNvSpPr>
            <a:spLocks xmlns:a="http://schemas.openxmlformats.org/drawingml/2006/main" noGrp="1"/>
          </p:cNvSpPr>
          <p:nvPr/>
        </p:nvSpPr>
        <p:spPr>
          <a:xfrm xmlns:a="http://schemas.openxmlformats.org/drawingml/2006/main">
            <a:off x="8096250" y="5686425"/>
            <a:ext cx="3333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597A65"/>
                </a:solidFill>
              </a:defRPr>
            </a:defPPr>
            <a:lvl1pPr algn="l">
              <a:buNone/>
              <a:defRPr sz="1200" b="1">
                <a:solidFill>
                  <a:srgbClr val="597A65"/>
                </a:solidFill>
              </a:defRPr>
            </a:lvl1pPr>
            <a:lvl2pPr algn="l">
              <a:buNone/>
              <a:defRPr sz="1200" b="1">
                <a:solidFill>
                  <a:srgbClr val="597A65"/>
                </a:solidFill>
              </a:defRPr>
            </a:lvl2pPr>
            <a:lvl3pPr algn="l">
              <a:buNone/>
              <a:defRPr sz="1200" b="1">
                <a:solidFill>
                  <a:srgbClr val="597A65"/>
                </a:solidFill>
              </a:defRPr>
            </a:lvl3pPr>
            <a:lvl4pPr algn="l">
              <a:buNone/>
              <a:defRPr sz="1200" b="1">
                <a:solidFill>
                  <a:srgbClr val="597A65"/>
                </a:solidFill>
              </a:defRPr>
            </a:lvl4pPr>
            <a:lvl5pPr algn="l">
              <a:buNone/>
              <a:defRPr sz="1200" b="1">
                <a:solidFill>
                  <a:srgbClr val="597A65"/>
                </a:solidFill>
              </a:defRPr>
            </a:lvl5pPr>
            <a:lvl6pPr algn="l">
              <a:buNone/>
              <a:defRPr sz="1200" b="1">
                <a:solidFill>
                  <a:srgbClr val="597A65"/>
                </a:solidFill>
              </a:defRPr>
            </a:lvl6pPr>
            <a:lvl7pPr algn="l">
              <a:buNone/>
              <a:defRPr sz="1200" b="1">
                <a:solidFill>
                  <a:srgbClr val="597A65"/>
                </a:solidFill>
              </a:defRPr>
            </a:lvl7pPr>
            <a:lvl8pPr algn="l">
              <a:buNone/>
              <a:defRPr sz="1200" b="1">
                <a:solidFill>
                  <a:srgbClr val="597A65"/>
                </a:solidFill>
              </a:defRPr>
            </a:lvl8pPr>
            <a:lvl9pPr algn="l">
              <a:buNone/>
              <a:defRPr sz="1200" b="1">
                <a:solidFill>
                  <a:srgbClr val="597A65"/>
                </a:solidFill>
              </a:defRPr>
            </a:lvl9pPr>
          </a:lstStyle>
          <a:p xmlns:a="http://schemas.openxmlformats.org/drawingml/2006/main">
            <a:pPr algn="l">
              <a:buNone/>
              <a:defRPr sz="1200" b="1">
                <a:solidFill>
                  <a:srgbClr val="597A65"/>
                </a:solidFill>
              </a:defRPr>
            </a:pPr>
            <a:r>
              <a:rPr sz="1200" b="1">
                <a:solidFill>
                  <a:srgbClr val="597A65"/>
                </a:solidFill>
              </a:rPr>
              <a:t>Updates become part of the order and batch record.</a:t>
            </a:r>
          </a:p>
        </p:txBody>
      </p:sp>
    </p:spTree>
    <p:extLst>
      <p:ext uri="{BB962C8B-B14F-4D97-AF65-F5344CB8AC3E}">
        <p14:creationId xmlns:p14="http://schemas.microsoft.com/office/powerpoint/2010/main" val="1358523214"/>
      </p:ext>
    </p:extLst>
  </p:cSld>
</p:sld>
</file>

<file path=ppt/slides/slide5.xml><?xml version="1.0" encoding="utf-8"?>
<p:sld xmlns:p="http://schemas.openxmlformats.org/presentationml/2006/main">
  <p:cSld>
    <p:bg>
      <p:bgPr>
        <a:solidFill xmlns:a="http://schemas.openxmlformats.org/drawingml/2006/main">
          <a:srgbClr val="F3F0E9"/>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8349DBB0-0EB1-4856-9A37-8186747FA3F3}"/>
              </a:ext>
            </a:extLst>
          </p:cNvPr>
          <p:cNvSpPr>
            <a:spLocks xmlns:a="http://schemas.openxmlformats.org/drawingml/2006/main" noGrp="1"/>
          </p:cNvSpPr>
          <p:nvPr/>
        </p:nvSpPr>
        <p:spPr>
          <a:xfrm xmlns:a="http://schemas.openxmlformats.org/drawingml/2006/main">
            <a:off x="0" y="0"/>
            <a:ext cx="12192000" cy="495300"/>
          </a:xfrm>
          <a:prstGeom xmlns:a="http://schemas.openxmlformats.org/drawingml/2006/main" prst="rect">
            <a:avLst/>
          </a:prstGeom>
          <a:solidFill xmlns:a="http://schemas.openxmlformats.org/drawingml/2006/main">
            <a:srgbClr val="1721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C04B2C8-385A-401B-B017-0F75BE34DD22}"/>
              </a:ext>
            </a:extLst>
          </p:cNvPr>
          <p:cNvSpPr>
            <a:spLocks xmlns:a="http://schemas.openxmlformats.org/drawingml/2006/main" noGrp="1"/>
          </p:cNvSpPr>
          <p:nvPr/>
        </p:nvSpPr>
        <p:spPr>
          <a:xfrm xmlns:a="http://schemas.openxmlformats.org/drawingml/2006/main">
            <a:off x="304800" y="114300"/>
            <a:ext cx="247650" cy="257175"/>
          </a:xfrm>
          <a:prstGeom xmlns:a="http://schemas.openxmlformats.org/drawingml/2006/main" prst="roundRect">
            <a:avLst>
              <a:gd name="adj" fmla="val 30769"/>
            </a:avLst>
          </a:prstGeom>
          <a:solidFill xmlns:a="http://schemas.openxmlformats.org/drawingml/2006/main">
            <a:srgbClr val="D95C3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5CC122D-B581-439C-85F4-88668D55E2F2}"/>
              </a:ext>
            </a:extLst>
          </p:cNvPr>
          <p:cNvSpPr>
            <a:spLocks xmlns:a="http://schemas.openxmlformats.org/drawingml/2006/main" noGrp="1"/>
          </p:cNvSpPr>
          <p:nvPr/>
        </p:nvSpPr>
        <p:spPr>
          <a:xfrm xmlns:a="http://schemas.openxmlformats.org/drawingml/2006/main">
            <a:off x="304800" y="104775"/>
            <a:ext cx="247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1">
                <a:solidFill>
                  <a:srgbClr val="FFFFFF"/>
                </a:solidFill>
              </a:defRPr>
            </a:defPPr>
            <a:lvl1pPr algn="ctr">
              <a:buNone/>
              <a:defRPr sz="1275" b="1">
                <a:solidFill>
                  <a:srgbClr val="FFFFFF"/>
                </a:solidFill>
              </a:defRPr>
            </a:lvl1pPr>
            <a:lvl2pPr algn="ctr">
              <a:buNone/>
              <a:defRPr sz="1275" b="1">
                <a:solidFill>
                  <a:srgbClr val="FFFFFF"/>
                </a:solidFill>
              </a:defRPr>
            </a:lvl2pPr>
            <a:lvl3pPr algn="ctr">
              <a:buNone/>
              <a:defRPr sz="1275" b="1">
                <a:solidFill>
                  <a:srgbClr val="FFFFFF"/>
                </a:solidFill>
              </a:defRPr>
            </a:lvl3pPr>
            <a:lvl4pPr algn="ctr">
              <a:buNone/>
              <a:defRPr sz="1275" b="1">
                <a:solidFill>
                  <a:srgbClr val="FFFFFF"/>
                </a:solidFill>
              </a:defRPr>
            </a:lvl4pPr>
            <a:lvl5pPr algn="ctr">
              <a:buNone/>
              <a:defRPr sz="1275" b="1">
                <a:solidFill>
                  <a:srgbClr val="FFFFFF"/>
                </a:solidFill>
              </a:defRPr>
            </a:lvl5pPr>
            <a:lvl6pPr algn="ctr">
              <a:buNone/>
              <a:defRPr sz="1275" b="1">
                <a:solidFill>
                  <a:srgbClr val="FFFFFF"/>
                </a:solidFill>
              </a:defRPr>
            </a:lvl6pPr>
            <a:lvl7pPr algn="ctr">
              <a:buNone/>
              <a:defRPr sz="1275" b="1">
                <a:solidFill>
                  <a:srgbClr val="FFFFFF"/>
                </a:solidFill>
              </a:defRPr>
            </a:lvl7pPr>
            <a:lvl8pPr algn="ctr">
              <a:buNone/>
              <a:defRPr sz="1275" b="1">
                <a:solidFill>
                  <a:srgbClr val="FFFFFF"/>
                </a:solidFill>
              </a:defRPr>
            </a:lvl8pPr>
            <a:lvl9pPr algn="ctr">
              <a:buNone/>
              <a:defRPr sz="1275" b="1">
                <a:solidFill>
                  <a:srgbClr val="FFFFFF"/>
                </a:solidFill>
              </a:defRPr>
            </a:lvl9pPr>
          </a:lstStyle>
          <a:p xmlns:a="http://schemas.openxmlformats.org/drawingml/2006/main">
            <a:pPr algn="ctr">
              <a:buNone/>
              <a:defRPr sz="1275" b="1">
                <a:solidFill>
                  <a:srgbClr val="FFFFFF"/>
                </a:solidFill>
              </a:defRPr>
            </a:pPr>
            <a:r>
              <a:rPr sz="1275" b="1">
                <a:solidFill>
                  <a:srgbClr val="FFFFFF"/>
                </a:solidFill>
              </a:rPr>
              <a:t>F</a:t>
            </a:r>
          </a:p>
        </p:txBody>
      </p:sp>
      <p:sp>
        <p:nvSpPr>
          <p:cNvPr id="4" name="">
            <a:extLst xmlns:a="http://schemas.openxmlformats.org/drawingml/2006/main">
              <a:ext uri="{FF2B5EF4-FFF2-40B4-BE49-F238E27FC236}">
                <a16:creationId xmlns:a16="http://schemas.microsoft.com/office/drawing/2014/main" id="{E1D6C52C-CBFB-435E-A5BF-57178933F86A}"/>
              </a:ext>
            </a:extLst>
          </p:cNvPr>
          <p:cNvSpPr>
            <a:spLocks xmlns:a="http://schemas.openxmlformats.org/drawingml/2006/main" noGrp="1"/>
          </p:cNvSpPr>
          <p:nvPr/>
        </p:nvSpPr>
        <p:spPr>
          <a:xfrm xmlns:a="http://schemas.openxmlformats.org/drawingml/2006/main">
            <a:off x="676275" y="95250"/>
            <a:ext cx="1714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FFFFFF"/>
                </a:solidFill>
              </a:defRPr>
            </a:defPPr>
            <a:lvl1pPr algn="l">
              <a:buNone/>
              <a:defRPr sz="1425" b="1">
                <a:solidFill>
                  <a:srgbClr val="FFFFFF"/>
                </a:solidFill>
              </a:defRPr>
            </a:lvl1pPr>
            <a:lvl2pPr algn="l">
              <a:buNone/>
              <a:defRPr sz="1425" b="1">
                <a:solidFill>
                  <a:srgbClr val="FFFFFF"/>
                </a:solidFill>
              </a:defRPr>
            </a:lvl2pPr>
            <a:lvl3pPr algn="l">
              <a:buNone/>
              <a:defRPr sz="1425" b="1">
                <a:solidFill>
                  <a:srgbClr val="FFFFFF"/>
                </a:solidFill>
              </a:defRPr>
            </a:lvl3pPr>
            <a:lvl4pPr algn="l">
              <a:buNone/>
              <a:defRPr sz="1425" b="1">
                <a:solidFill>
                  <a:srgbClr val="FFFFFF"/>
                </a:solidFill>
              </a:defRPr>
            </a:lvl4pPr>
            <a:lvl5pPr algn="l">
              <a:buNone/>
              <a:defRPr sz="1425" b="1">
                <a:solidFill>
                  <a:srgbClr val="FFFFFF"/>
                </a:solidFill>
              </a:defRPr>
            </a:lvl5pPr>
            <a:lvl6pPr algn="l">
              <a:buNone/>
              <a:defRPr sz="1425" b="1">
                <a:solidFill>
                  <a:srgbClr val="FFFFFF"/>
                </a:solidFill>
              </a:defRPr>
            </a:lvl6pPr>
            <a:lvl7pPr algn="l">
              <a:buNone/>
              <a:defRPr sz="1425" b="1">
                <a:solidFill>
                  <a:srgbClr val="FFFFFF"/>
                </a:solidFill>
              </a:defRPr>
            </a:lvl7pPr>
            <a:lvl8pPr algn="l">
              <a:buNone/>
              <a:defRPr sz="1425" b="1">
                <a:solidFill>
                  <a:srgbClr val="FFFFFF"/>
                </a:solidFill>
              </a:defRPr>
            </a:lvl8pPr>
            <a:lvl9pPr algn="l">
              <a:buNone/>
              <a:defRPr sz="1425" b="1">
                <a:solidFill>
                  <a:srgbClr val="FFFFFF"/>
                </a:solidFill>
              </a:defRPr>
            </a:lvl9pPr>
          </a:lstStyle>
          <a:p xmlns:a="http://schemas.openxmlformats.org/drawingml/2006/main">
            <a:pPr algn="l">
              <a:buNone/>
              <a:defRPr sz="1425" b="1">
                <a:solidFill>
                  <a:srgbClr val="FFFFFF"/>
                </a:solidFill>
              </a:defRPr>
            </a:pPr>
            <a:r>
              <a:rPr sz="1425" b="1">
                <a:solidFill>
                  <a:srgbClr val="FFFFFF"/>
                </a:solidFill>
              </a:rPr>
              <a:t>ForgeFlow</a:t>
            </a:r>
          </a:p>
        </p:txBody>
      </p:sp>
      <p:sp>
        <p:nvSpPr>
          <p:cNvPr id="5" name="">
            <a:extLst xmlns:a="http://schemas.openxmlformats.org/drawingml/2006/main">
              <a:ext uri="{FF2B5EF4-FFF2-40B4-BE49-F238E27FC236}">
                <a16:creationId xmlns:a16="http://schemas.microsoft.com/office/drawing/2014/main" id="{9F34BFD9-D52E-4ABF-9CFD-23F93C97B16E}"/>
              </a:ext>
            </a:extLst>
          </p:cNvPr>
          <p:cNvSpPr>
            <a:spLocks xmlns:a="http://schemas.openxmlformats.org/drawingml/2006/main" noGrp="1"/>
          </p:cNvSpPr>
          <p:nvPr/>
        </p:nvSpPr>
        <p:spPr>
          <a:xfrm xmlns:a="http://schemas.openxmlformats.org/drawingml/2006/main">
            <a:off x="8953500" y="104775"/>
            <a:ext cx="2714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DFE5DF"/>
                </a:solidFill>
              </a:defRPr>
            </a:defPPr>
            <a:lvl1pPr algn="r">
              <a:buNone/>
              <a:defRPr sz="975" b="1">
                <a:solidFill>
                  <a:srgbClr val="DFE5DF"/>
                </a:solidFill>
              </a:defRPr>
            </a:lvl1pPr>
            <a:lvl2pPr algn="r">
              <a:buNone/>
              <a:defRPr sz="975" b="1">
                <a:solidFill>
                  <a:srgbClr val="DFE5DF"/>
                </a:solidFill>
              </a:defRPr>
            </a:lvl2pPr>
            <a:lvl3pPr algn="r">
              <a:buNone/>
              <a:defRPr sz="975" b="1">
                <a:solidFill>
                  <a:srgbClr val="DFE5DF"/>
                </a:solidFill>
              </a:defRPr>
            </a:lvl3pPr>
            <a:lvl4pPr algn="r">
              <a:buNone/>
              <a:defRPr sz="975" b="1">
                <a:solidFill>
                  <a:srgbClr val="DFE5DF"/>
                </a:solidFill>
              </a:defRPr>
            </a:lvl4pPr>
            <a:lvl5pPr algn="r">
              <a:buNone/>
              <a:defRPr sz="975" b="1">
                <a:solidFill>
                  <a:srgbClr val="DFE5DF"/>
                </a:solidFill>
              </a:defRPr>
            </a:lvl5pPr>
            <a:lvl6pPr algn="r">
              <a:buNone/>
              <a:defRPr sz="975" b="1">
                <a:solidFill>
                  <a:srgbClr val="DFE5DF"/>
                </a:solidFill>
              </a:defRPr>
            </a:lvl6pPr>
            <a:lvl7pPr algn="r">
              <a:buNone/>
              <a:defRPr sz="975" b="1">
                <a:solidFill>
                  <a:srgbClr val="DFE5DF"/>
                </a:solidFill>
              </a:defRPr>
            </a:lvl7pPr>
            <a:lvl8pPr algn="r">
              <a:buNone/>
              <a:defRPr sz="975" b="1">
                <a:solidFill>
                  <a:srgbClr val="DFE5DF"/>
                </a:solidFill>
              </a:defRPr>
            </a:lvl8pPr>
            <a:lvl9pPr algn="r">
              <a:buNone/>
              <a:defRPr sz="975" b="1">
                <a:solidFill>
                  <a:srgbClr val="DFE5DF"/>
                </a:solidFill>
              </a:defRPr>
            </a:lvl9pPr>
          </a:lstStyle>
          <a:p xmlns:a="http://schemas.openxmlformats.org/drawingml/2006/main">
            <a:pPr algn="r">
              <a:buNone/>
              <a:defRPr sz="975" b="1">
                <a:solidFill>
                  <a:srgbClr val="DFE5DF"/>
                </a:solidFill>
              </a:defRPr>
            </a:pPr>
            <a:r>
              <a:rPr sz="975" b="1">
                <a:solidFill>
                  <a:srgbClr val="DFE5DF"/>
                </a:solidFill>
              </a:rPr>
              <a:t>SDC HACKATHON 2026</a:t>
            </a:r>
          </a:p>
        </p:txBody>
      </p:sp>
      <p:sp>
        <p:nvSpPr>
          <p:cNvPr id="6" name="">
            <a:extLst xmlns:a="http://schemas.openxmlformats.org/drawingml/2006/main">
              <a:ext uri="{FF2B5EF4-FFF2-40B4-BE49-F238E27FC236}">
                <a16:creationId xmlns:a16="http://schemas.microsoft.com/office/drawing/2014/main" id="{B8FD3668-E719-44B1-81AC-999C420C0E36}"/>
              </a:ext>
            </a:extLst>
          </p:cNvPr>
          <p:cNvSpPr>
            <a:spLocks xmlns:a="http://schemas.openxmlformats.org/drawingml/2006/main" noGrp="1"/>
          </p:cNvSpPr>
          <p:nvPr/>
        </p:nvSpPr>
        <p:spPr>
          <a:xfrm xmlns:a="http://schemas.openxmlformats.org/drawingml/2006/main">
            <a:off x="666750" y="7048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D95C3D"/>
                </a:solidFill>
              </a:defRPr>
            </a:defPPr>
            <a:lvl1pPr algn="l">
              <a:buNone/>
              <a:defRPr sz="975" b="1">
                <a:solidFill>
                  <a:srgbClr val="D95C3D"/>
                </a:solidFill>
              </a:defRPr>
            </a:lvl1pPr>
            <a:lvl2pPr algn="l">
              <a:buNone/>
              <a:defRPr sz="975" b="1">
                <a:solidFill>
                  <a:srgbClr val="D95C3D"/>
                </a:solidFill>
              </a:defRPr>
            </a:lvl2pPr>
            <a:lvl3pPr algn="l">
              <a:buNone/>
              <a:defRPr sz="975" b="1">
                <a:solidFill>
                  <a:srgbClr val="D95C3D"/>
                </a:solidFill>
              </a:defRPr>
            </a:lvl3pPr>
            <a:lvl4pPr algn="l">
              <a:buNone/>
              <a:defRPr sz="975" b="1">
                <a:solidFill>
                  <a:srgbClr val="D95C3D"/>
                </a:solidFill>
              </a:defRPr>
            </a:lvl4pPr>
            <a:lvl5pPr algn="l">
              <a:buNone/>
              <a:defRPr sz="975" b="1">
                <a:solidFill>
                  <a:srgbClr val="D95C3D"/>
                </a:solidFill>
              </a:defRPr>
            </a:lvl5pPr>
            <a:lvl6pPr algn="l">
              <a:buNone/>
              <a:defRPr sz="975" b="1">
                <a:solidFill>
                  <a:srgbClr val="D95C3D"/>
                </a:solidFill>
              </a:defRPr>
            </a:lvl6pPr>
            <a:lvl7pPr algn="l">
              <a:buNone/>
              <a:defRPr sz="975" b="1">
                <a:solidFill>
                  <a:srgbClr val="D95C3D"/>
                </a:solidFill>
              </a:defRPr>
            </a:lvl7pPr>
            <a:lvl8pPr algn="l">
              <a:buNone/>
              <a:defRPr sz="975" b="1">
                <a:solidFill>
                  <a:srgbClr val="D95C3D"/>
                </a:solidFill>
              </a:defRPr>
            </a:lvl8pPr>
            <a:lvl9pPr algn="l">
              <a:buNone/>
              <a:defRPr sz="975" b="1">
                <a:solidFill>
                  <a:srgbClr val="D95C3D"/>
                </a:solidFill>
              </a:defRPr>
            </a:lvl9pPr>
          </a:lstStyle>
          <a:p xmlns:a="http://schemas.openxmlformats.org/drawingml/2006/main">
            <a:pPr algn="l">
              <a:buNone/>
              <a:defRPr sz="975" b="1">
                <a:solidFill>
                  <a:srgbClr val="D95C3D"/>
                </a:solidFill>
              </a:defRPr>
            </a:pPr>
            <a:r>
              <a:rPr sz="975" b="1">
                <a:solidFill>
                  <a:srgbClr val="D95C3D"/>
                </a:solidFill>
              </a:rPr>
              <a:t>03 · FACTORY FOLLOW-THROUGH</a:t>
            </a:r>
          </a:p>
        </p:txBody>
      </p:sp>
      <p:sp>
        <p:nvSpPr>
          <p:cNvPr id="7" name="">
            <a:extLst xmlns:a="http://schemas.openxmlformats.org/drawingml/2006/main">
              <a:ext uri="{FF2B5EF4-FFF2-40B4-BE49-F238E27FC236}">
                <a16:creationId xmlns:a16="http://schemas.microsoft.com/office/drawing/2014/main" id="{68E23C8F-FA2C-4888-93A9-D6EE3AD33E76}"/>
              </a:ext>
            </a:extLst>
          </p:cNvPr>
          <p:cNvSpPr>
            <a:spLocks xmlns:a="http://schemas.openxmlformats.org/drawingml/2006/main" noGrp="1"/>
          </p:cNvSpPr>
          <p:nvPr/>
        </p:nvSpPr>
        <p:spPr>
          <a:xfrm xmlns:a="http://schemas.openxmlformats.org/drawingml/2006/main">
            <a:off x="647700" y="1000125"/>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17211F"/>
                </a:solidFill>
              </a:defRPr>
            </a:defPPr>
            <a:lvl1pPr algn="l">
              <a:buNone/>
              <a:defRPr sz="2550" b="1">
                <a:solidFill>
                  <a:srgbClr val="17211F"/>
                </a:solidFill>
              </a:defRPr>
            </a:lvl1pPr>
            <a:lvl2pPr algn="l">
              <a:buNone/>
              <a:defRPr sz="2550" b="1">
                <a:solidFill>
                  <a:srgbClr val="17211F"/>
                </a:solidFill>
              </a:defRPr>
            </a:lvl2pPr>
            <a:lvl3pPr algn="l">
              <a:buNone/>
              <a:defRPr sz="2550" b="1">
                <a:solidFill>
                  <a:srgbClr val="17211F"/>
                </a:solidFill>
              </a:defRPr>
            </a:lvl3pPr>
            <a:lvl4pPr algn="l">
              <a:buNone/>
              <a:defRPr sz="2550" b="1">
                <a:solidFill>
                  <a:srgbClr val="17211F"/>
                </a:solidFill>
              </a:defRPr>
            </a:lvl4pPr>
            <a:lvl5pPr algn="l">
              <a:buNone/>
              <a:defRPr sz="2550" b="1">
                <a:solidFill>
                  <a:srgbClr val="17211F"/>
                </a:solidFill>
              </a:defRPr>
            </a:lvl5pPr>
            <a:lvl6pPr algn="l">
              <a:buNone/>
              <a:defRPr sz="2550" b="1">
                <a:solidFill>
                  <a:srgbClr val="17211F"/>
                </a:solidFill>
              </a:defRPr>
            </a:lvl6pPr>
            <a:lvl7pPr algn="l">
              <a:buNone/>
              <a:defRPr sz="2550" b="1">
                <a:solidFill>
                  <a:srgbClr val="17211F"/>
                </a:solidFill>
              </a:defRPr>
            </a:lvl7pPr>
            <a:lvl8pPr algn="l">
              <a:buNone/>
              <a:defRPr sz="2550" b="1">
                <a:solidFill>
                  <a:srgbClr val="17211F"/>
                </a:solidFill>
              </a:defRPr>
            </a:lvl8pPr>
            <a:lvl9pPr algn="l">
              <a:buNone/>
              <a:defRPr sz="2550" b="1">
                <a:solidFill>
                  <a:srgbClr val="17211F"/>
                </a:solidFill>
              </a:defRPr>
            </a:lvl9pPr>
          </a:lstStyle>
          <a:p xmlns:a="http://schemas.openxmlformats.org/drawingml/2006/main">
            <a:pPr algn="l">
              <a:buNone/>
              <a:defRPr sz="2550" b="1">
                <a:solidFill>
                  <a:srgbClr val="17211F"/>
                </a:solidFill>
              </a:defRPr>
            </a:pPr>
            <a:r>
              <a:rPr sz="2550" b="1">
                <a:solidFill>
                  <a:srgbClr val="17211F"/>
                </a:solidFill>
              </a:rPr>
              <a:t>Check stock first. Then see where production stands.</a:t>
            </a:r>
          </a:p>
        </p:txBody>
      </p:sp>
      <p:sp>
        <p:nvSpPr>
          <p:cNvPr id="8" name="">
            <a:extLst xmlns:a="http://schemas.openxmlformats.org/drawingml/2006/main">
              <a:ext uri="{FF2B5EF4-FFF2-40B4-BE49-F238E27FC236}">
                <a16:creationId xmlns:a16="http://schemas.microsoft.com/office/drawing/2014/main" id="{7574A132-7C0C-49F3-A792-A7C79ADC0A79}"/>
              </a:ext>
            </a:extLst>
          </p:cNvPr>
          <p:cNvSpPr>
            <a:spLocks xmlns:a="http://schemas.openxmlformats.org/drawingml/2006/main" noGrp="1"/>
          </p:cNvSpPr>
          <p:nvPr/>
        </p:nvSpPr>
        <p:spPr>
          <a:xfrm xmlns:a="http://schemas.openxmlformats.org/drawingml/2006/main">
            <a:off x="666750" y="1562100"/>
            <a:ext cx="10715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96560"/>
                </a:solidFill>
              </a:defRPr>
            </a:defPPr>
            <a:lvl1pPr algn="l">
              <a:buNone/>
              <a:defRPr sz="1275" b="0">
                <a:solidFill>
                  <a:srgbClr val="596560"/>
                </a:solidFill>
              </a:defRPr>
            </a:lvl1pPr>
            <a:lvl2pPr algn="l">
              <a:buNone/>
              <a:defRPr sz="1275" b="0">
                <a:solidFill>
                  <a:srgbClr val="596560"/>
                </a:solidFill>
              </a:defRPr>
            </a:lvl2pPr>
            <a:lvl3pPr algn="l">
              <a:buNone/>
              <a:defRPr sz="1275" b="0">
                <a:solidFill>
                  <a:srgbClr val="596560"/>
                </a:solidFill>
              </a:defRPr>
            </a:lvl3pPr>
            <a:lvl4pPr algn="l">
              <a:buNone/>
              <a:defRPr sz="1275" b="0">
                <a:solidFill>
                  <a:srgbClr val="596560"/>
                </a:solidFill>
              </a:defRPr>
            </a:lvl4pPr>
            <a:lvl5pPr algn="l">
              <a:buNone/>
              <a:defRPr sz="1275" b="0">
                <a:solidFill>
                  <a:srgbClr val="596560"/>
                </a:solidFill>
              </a:defRPr>
            </a:lvl5pPr>
            <a:lvl6pPr algn="l">
              <a:buNone/>
              <a:defRPr sz="1275" b="0">
                <a:solidFill>
                  <a:srgbClr val="596560"/>
                </a:solidFill>
              </a:defRPr>
            </a:lvl6pPr>
            <a:lvl7pPr algn="l">
              <a:buNone/>
              <a:defRPr sz="1275" b="0">
                <a:solidFill>
                  <a:srgbClr val="596560"/>
                </a:solidFill>
              </a:defRPr>
            </a:lvl7pPr>
            <a:lvl8pPr algn="l">
              <a:buNone/>
              <a:defRPr sz="1275" b="0">
                <a:solidFill>
                  <a:srgbClr val="596560"/>
                </a:solidFill>
              </a:defRPr>
            </a:lvl8pPr>
            <a:lvl9pPr algn="l">
              <a:buNone/>
              <a:defRPr sz="1275" b="0">
                <a:solidFill>
                  <a:srgbClr val="596560"/>
                </a:solidFill>
              </a:defRPr>
            </a:lvl9pPr>
          </a:lstStyle>
          <a:p xmlns:a="http://schemas.openxmlformats.org/drawingml/2006/main">
            <a:pPr algn="l">
              <a:buNone/>
              <a:defRPr sz="1275" b="0">
                <a:solidFill>
                  <a:srgbClr val="596560"/>
                </a:solidFill>
              </a:defRPr>
            </a:pPr>
            <a:r>
              <a:rPr sz="1275" b="0">
                <a:solidFill>
                  <a:srgbClr val="596560"/>
                </a:solidFill>
              </a:rPr>
              <a:t>Material shortages, quality holds and estimated dispatch dates are visible in the workflow.</a:t>
            </a:r>
          </a:p>
        </p:txBody>
      </p:sp>
      <p:sp>
        <p:nvSpPr>
          <p:cNvPr id="9" name="">
            <a:extLst xmlns:a="http://schemas.openxmlformats.org/drawingml/2006/main">
              <a:ext uri="{FF2B5EF4-FFF2-40B4-BE49-F238E27FC236}">
                <a16:creationId xmlns:a16="http://schemas.microsoft.com/office/drawing/2014/main" id="{5B6A5CB9-DAD9-480B-9855-BF9CD9408586}"/>
              </a:ext>
            </a:extLst>
          </p:cNvPr>
          <p:cNvSpPr>
            <a:spLocks xmlns:a="http://schemas.openxmlformats.org/drawingml/2006/main" noGrp="1"/>
          </p:cNvSpPr>
          <p:nvPr/>
        </p:nvSpPr>
        <p:spPr>
          <a:xfrm xmlns:a="http://schemas.openxmlformats.org/drawingml/2006/main">
            <a:off x="666750" y="6477000"/>
            <a:ext cx="10858500" cy="9525"/>
          </a:xfrm>
          <a:prstGeom xmlns:a="http://schemas.openxmlformats.org/drawingml/2006/main" prst="rect">
            <a:avLst/>
          </a:prstGeom>
          <a:solidFill xmlns:a="http://schemas.openxmlformats.org/drawingml/2006/main">
            <a:srgbClr val="D8D3C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B580457-D464-40BB-A988-7BFA2EFD1769}"/>
              </a:ext>
            </a:extLst>
          </p:cNvPr>
          <p:cNvSpPr>
            <a:spLocks xmlns:a="http://schemas.openxmlformats.org/drawingml/2006/main" noGrp="1"/>
          </p:cNvSpPr>
          <p:nvPr/>
        </p:nvSpPr>
        <p:spPr>
          <a:xfrm xmlns:a="http://schemas.openxmlformats.org/drawingml/2006/main">
            <a:off x="666750" y="651510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96560"/>
                </a:solidFill>
              </a:defRPr>
            </a:defPPr>
            <a:lvl1pPr algn="l">
              <a:buNone/>
              <a:defRPr sz="1125" b="1">
                <a:solidFill>
                  <a:srgbClr val="596560"/>
                </a:solidFill>
              </a:defRPr>
            </a:lvl1pPr>
            <a:lvl2pPr algn="l">
              <a:buNone/>
              <a:defRPr sz="1125" b="1">
                <a:solidFill>
                  <a:srgbClr val="596560"/>
                </a:solidFill>
              </a:defRPr>
            </a:lvl2pPr>
            <a:lvl3pPr algn="l">
              <a:buNone/>
              <a:defRPr sz="1125" b="1">
                <a:solidFill>
                  <a:srgbClr val="596560"/>
                </a:solidFill>
              </a:defRPr>
            </a:lvl3pPr>
            <a:lvl4pPr algn="l">
              <a:buNone/>
              <a:defRPr sz="1125" b="1">
                <a:solidFill>
                  <a:srgbClr val="596560"/>
                </a:solidFill>
              </a:defRPr>
            </a:lvl4pPr>
            <a:lvl5pPr algn="l">
              <a:buNone/>
              <a:defRPr sz="1125" b="1">
                <a:solidFill>
                  <a:srgbClr val="596560"/>
                </a:solidFill>
              </a:defRPr>
            </a:lvl5pPr>
            <a:lvl6pPr algn="l">
              <a:buNone/>
              <a:defRPr sz="1125" b="1">
                <a:solidFill>
                  <a:srgbClr val="596560"/>
                </a:solidFill>
              </a:defRPr>
            </a:lvl6pPr>
            <a:lvl7pPr algn="l">
              <a:buNone/>
              <a:defRPr sz="1125" b="1">
                <a:solidFill>
                  <a:srgbClr val="596560"/>
                </a:solidFill>
              </a:defRPr>
            </a:lvl7pPr>
            <a:lvl8pPr algn="l">
              <a:buNone/>
              <a:defRPr sz="1125" b="1">
                <a:solidFill>
                  <a:srgbClr val="596560"/>
                </a:solidFill>
              </a:defRPr>
            </a:lvl8pPr>
            <a:lvl9pPr algn="l">
              <a:buNone/>
              <a:defRPr sz="1125" b="1">
                <a:solidFill>
                  <a:srgbClr val="596560"/>
                </a:solidFill>
              </a:defRPr>
            </a:lvl9pPr>
          </a:lstStyle>
          <a:p xmlns:a="http://schemas.openxmlformats.org/drawingml/2006/main">
            <a:pPr algn="l">
              <a:buNone/>
              <a:defRPr sz="1125" b="1">
                <a:solidFill>
                  <a:srgbClr val="596560"/>
                </a:solidFill>
              </a:defRPr>
            </a:pPr>
            <a:r>
              <a:rPr sz="1125" b="1">
                <a:solidFill>
                  <a:srgbClr val="596560"/>
                </a:solidFill>
              </a:rPr>
              <a:t>Team: Debug The World</a:t>
            </a:r>
          </a:p>
        </p:txBody>
      </p:sp>
      <p:sp>
        <p:nvSpPr>
          <p:cNvPr id="11" name="">
            <a:extLst xmlns:a="http://schemas.openxmlformats.org/drawingml/2006/main">
              <a:ext uri="{FF2B5EF4-FFF2-40B4-BE49-F238E27FC236}">
                <a16:creationId xmlns:a16="http://schemas.microsoft.com/office/drawing/2014/main" id="{12C67E33-9A64-4F68-BA1B-144A2B101414}"/>
              </a:ext>
            </a:extLst>
          </p:cNvPr>
          <p:cNvSpPr>
            <a:spLocks xmlns:a="http://schemas.openxmlformats.org/drawingml/2006/main" noGrp="1"/>
          </p:cNvSpPr>
          <p:nvPr/>
        </p:nvSpPr>
        <p:spPr>
          <a:xfrm xmlns:a="http://schemas.openxmlformats.org/drawingml/2006/main">
            <a:off x="11163300" y="6543675"/>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1">
                <a:solidFill>
                  <a:srgbClr val="596560"/>
                </a:solidFill>
              </a:defRPr>
            </a:defPPr>
            <a:lvl1pPr algn="r">
              <a:buNone/>
              <a:defRPr sz="900" b="1">
                <a:solidFill>
                  <a:srgbClr val="596560"/>
                </a:solidFill>
              </a:defRPr>
            </a:lvl1pPr>
            <a:lvl2pPr algn="r">
              <a:buNone/>
              <a:defRPr sz="900" b="1">
                <a:solidFill>
                  <a:srgbClr val="596560"/>
                </a:solidFill>
              </a:defRPr>
            </a:lvl2pPr>
            <a:lvl3pPr algn="r">
              <a:buNone/>
              <a:defRPr sz="900" b="1">
                <a:solidFill>
                  <a:srgbClr val="596560"/>
                </a:solidFill>
              </a:defRPr>
            </a:lvl3pPr>
            <a:lvl4pPr algn="r">
              <a:buNone/>
              <a:defRPr sz="900" b="1">
                <a:solidFill>
                  <a:srgbClr val="596560"/>
                </a:solidFill>
              </a:defRPr>
            </a:lvl4pPr>
            <a:lvl5pPr algn="r">
              <a:buNone/>
              <a:defRPr sz="900" b="1">
                <a:solidFill>
                  <a:srgbClr val="596560"/>
                </a:solidFill>
              </a:defRPr>
            </a:lvl5pPr>
            <a:lvl6pPr algn="r">
              <a:buNone/>
              <a:defRPr sz="900" b="1">
                <a:solidFill>
                  <a:srgbClr val="596560"/>
                </a:solidFill>
              </a:defRPr>
            </a:lvl6pPr>
            <a:lvl7pPr algn="r">
              <a:buNone/>
              <a:defRPr sz="900" b="1">
                <a:solidFill>
                  <a:srgbClr val="596560"/>
                </a:solidFill>
              </a:defRPr>
            </a:lvl7pPr>
            <a:lvl8pPr algn="r">
              <a:buNone/>
              <a:defRPr sz="900" b="1">
                <a:solidFill>
                  <a:srgbClr val="596560"/>
                </a:solidFill>
              </a:defRPr>
            </a:lvl8pPr>
            <a:lvl9pPr algn="r">
              <a:buNone/>
              <a:defRPr sz="900" b="1">
                <a:solidFill>
                  <a:srgbClr val="596560"/>
                </a:solidFill>
              </a:defRPr>
            </a:lvl9pPr>
          </a:lstStyle>
          <a:p xmlns:a="http://schemas.openxmlformats.org/drawingml/2006/main">
            <a:pPr algn="r">
              <a:buNone/>
              <a:defRPr sz="900" b="1">
                <a:solidFill>
                  <a:srgbClr val="596560"/>
                </a:solidFill>
              </a:defRPr>
            </a:pPr>
            <a:r>
              <a:rPr sz="900" b="1">
                <a:solidFill>
                  <a:srgbClr val="596560"/>
                </a:solidFill>
              </a:rPr>
              <a:t>05</a:t>
            </a:r>
          </a:p>
        </p:txBody>
      </p:sp>
      <p:pic>
        <p:nvPicPr>
          <p:cNvPr id="12" name="">
            <a:extLst xmlns:a="http://schemas.openxmlformats.org/drawingml/2006/main">
              <a:ext uri="{FF2B5EF4-FFF2-40B4-BE49-F238E27FC236}">
                <a16:creationId xmlns:a16="http://schemas.microsoft.com/office/drawing/2014/main" id="{E5033F26-E7AC-43DC-B104-8517A0DF1093}"/>
              </a:ext>
            </a:extLst>
          </p:cNvPr>
          <p:cNvPicPr>
            <a:picLocks xmlns:a="http://schemas.openxmlformats.org/drawingml/2006/main" noChangeAspect="1"/>
          </p:cNvPicPr>
          <p:nvPr/>
        </p:nvPicPr>
        <p:blipFill>
          <a:blip xmlns:r="http://schemas.openxmlformats.org/officeDocument/2006/relationships" xmlns:a="http://schemas.openxmlformats.org/drawingml/2006/main" r:embed="R2a1d6cac0fd3454b"/>
          <a:stretch xmlns:a="http://schemas.openxmlformats.org/drawingml/2006/main"/>
        </p:blipFill>
        <p:spPr>
          <a:xfrm xmlns:a="http://schemas.openxmlformats.org/drawingml/2006/main">
            <a:off x="523875" y="2150559"/>
            <a:ext cx="5391150" cy="2528308"/>
          </a:xfrm>
          <a:prstGeom xmlns:a="http://schemas.openxmlformats.org/drawingml/2006/main" prst="roundRect">
            <a:avLst>
              <a:gd name="adj" fmla="val 2996"/>
            </a:avLst>
          </a:prstGeom>
        </p:spPr>
      </p:pic>
      <p:sp>
        <p:nvSpPr>
          <p:cNvPr id="13" name="">
            <a:extLst xmlns:a="http://schemas.openxmlformats.org/drawingml/2006/main">
              <a:ext uri="{FF2B5EF4-FFF2-40B4-BE49-F238E27FC236}">
                <a16:creationId xmlns:a16="http://schemas.microsoft.com/office/drawing/2014/main" id="{7E0B8E2B-54F9-47BA-A6DA-0E30D44B2855}"/>
              </a:ext>
            </a:extLst>
          </p:cNvPr>
          <p:cNvSpPr>
            <a:spLocks xmlns:a="http://schemas.openxmlformats.org/drawingml/2006/main" noGrp="1"/>
          </p:cNvSpPr>
          <p:nvPr/>
        </p:nvSpPr>
        <p:spPr>
          <a:xfrm xmlns:a="http://schemas.openxmlformats.org/drawingml/2006/main">
            <a:off x="523875" y="2143125"/>
            <a:ext cx="5391150" cy="2543175"/>
          </a:xfrm>
          <a:prstGeom xmlns:a="http://schemas.openxmlformats.org/drawingml/2006/main" prst="rect">
            <a:avLst/>
          </a:prstGeom>
          <a:noFill xmlns:a="http://schemas.openxmlformats.org/drawingml/2006/main"/>
          <a:ln xmlns:a="http://schemas.openxmlformats.org/drawingml/2006/main" w="9525">
            <a:solidFill>
              <a:srgbClr val="D8D3CA"/>
            </a:solidFill>
            <a:prstDash val="solid"/>
          </a:ln>
        </p:spPr>
      </p:sp>
      <p:pic>
        <p:nvPicPr>
          <p:cNvPr id="14" name="">
            <a:extLst xmlns:a="http://schemas.openxmlformats.org/drawingml/2006/main">
              <a:ext uri="{FF2B5EF4-FFF2-40B4-BE49-F238E27FC236}">
                <a16:creationId xmlns:a16="http://schemas.microsoft.com/office/drawing/2014/main" id="{E97F857D-6C95-4889-8ECB-D193D61DFE4F}"/>
              </a:ext>
            </a:extLst>
          </p:cNvPr>
          <p:cNvPicPr>
            <a:picLocks xmlns:a="http://schemas.openxmlformats.org/drawingml/2006/main" noChangeAspect="1"/>
          </p:cNvPicPr>
          <p:nvPr/>
        </p:nvPicPr>
        <p:blipFill>
          <a:blip xmlns:r="http://schemas.openxmlformats.org/officeDocument/2006/relationships" xmlns:a="http://schemas.openxmlformats.org/drawingml/2006/main" r:embed="Re232b7905c694f53"/>
          <a:stretch xmlns:a="http://schemas.openxmlformats.org/drawingml/2006/main"/>
        </p:blipFill>
        <p:spPr>
          <a:xfrm xmlns:a="http://schemas.openxmlformats.org/drawingml/2006/main">
            <a:off x="6286500" y="2144335"/>
            <a:ext cx="5391150" cy="2540754"/>
          </a:xfrm>
          <a:prstGeom xmlns:a="http://schemas.openxmlformats.org/drawingml/2006/main" prst="roundRect">
            <a:avLst>
              <a:gd name="adj" fmla="val 2996"/>
            </a:avLst>
          </a:prstGeom>
        </p:spPr>
      </p:pic>
      <p:sp>
        <p:nvSpPr>
          <p:cNvPr id="15" name="">
            <a:extLst xmlns:a="http://schemas.openxmlformats.org/drawingml/2006/main">
              <a:ext uri="{FF2B5EF4-FFF2-40B4-BE49-F238E27FC236}">
                <a16:creationId xmlns:a16="http://schemas.microsoft.com/office/drawing/2014/main" id="{BDF4B893-C8C7-4628-8F75-AD4C344472E8}"/>
              </a:ext>
            </a:extLst>
          </p:cNvPr>
          <p:cNvSpPr>
            <a:spLocks xmlns:a="http://schemas.openxmlformats.org/drawingml/2006/main" noGrp="1"/>
          </p:cNvSpPr>
          <p:nvPr/>
        </p:nvSpPr>
        <p:spPr>
          <a:xfrm xmlns:a="http://schemas.openxmlformats.org/drawingml/2006/main">
            <a:off x="6286500" y="2143125"/>
            <a:ext cx="5391150" cy="2543175"/>
          </a:xfrm>
          <a:prstGeom xmlns:a="http://schemas.openxmlformats.org/drawingml/2006/main" prst="rect">
            <a:avLst/>
          </a:prstGeom>
          <a:noFill xmlns:a="http://schemas.openxmlformats.org/drawingml/2006/main"/>
          <a:ln xmlns:a="http://schemas.openxmlformats.org/drawingml/2006/main" w="9525">
            <a:solidFill>
              <a:srgbClr val="D8D3CA"/>
            </a:solidFill>
            <a:prstDash val="solid"/>
          </a:ln>
        </p:spPr>
      </p:sp>
      <p:sp>
        <p:nvSpPr>
          <p:cNvPr id="16" name="">
            <a:extLst xmlns:a="http://schemas.openxmlformats.org/drawingml/2006/main">
              <a:ext uri="{FF2B5EF4-FFF2-40B4-BE49-F238E27FC236}">
                <a16:creationId xmlns:a16="http://schemas.microsoft.com/office/drawing/2014/main" id="{6FBDBFB9-C350-45C2-BAD3-D5ACACC2D670}"/>
              </a:ext>
            </a:extLst>
          </p:cNvPr>
          <p:cNvSpPr>
            <a:spLocks xmlns:a="http://schemas.openxmlformats.org/drawingml/2006/main" noGrp="1"/>
          </p:cNvSpPr>
          <p:nvPr/>
        </p:nvSpPr>
        <p:spPr>
          <a:xfrm xmlns:a="http://schemas.openxmlformats.org/drawingml/2006/main">
            <a:off x="714375" y="48196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597A65"/>
                </a:solidFill>
              </a:defRPr>
            </a:defPPr>
            <a:lvl1pPr algn="l">
              <a:buNone/>
              <a:defRPr sz="1350" b="1">
                <a:solidFill>
                  <a:srgbClr val="597A65"/>
                </a:solidFill>
              </a:defRPr>
            </a:lvl1pPr>
            <a:lvl2pPr algn="l">
              <a:buNone/>
              <a:defRPr sz="1350" b="1">
                <a:solidFill>
                  <a:srgbClr val="597A65"/>
                </a:solidFill>
              </a:defRPr>
            </a:lvl2pPr>
            <a:lvl3pPr algn="l">
              <a:buNone/>
              <a:defRPr sz="1350" b="1">
                <a:solidFill>
                  <a:srgbClr val="597A65"/>
                </a:solidFill>
              </a:defRPr>
            </a:lvl3pPr>
            <a:lvl4pPr algn="l">
              <a:buNone/>
              <a:defRPr sz="1350" b="1">
                <a:solidFill>
                  <a:srgbClr val="597A65"/>
                </a:solidFill>
              </a:defRPr>
            </a:lvl4pPr>
            <a:lvl5pPr algn="l">
              <a:buNone/>
              <a:defRPr sz="1350" b="1">
                <a:solidFill>
                  <a:srgbClr val="597A65"/>
                </a:solidFill>
              </a:defRPr>
            </a:lvl5pPr>
            <a:lvl6pPr algn="l">
              <a:buNone/>
              <a:defRPr sz="1350" b="1">
                <a:solidFill>
                  <a:srgbClr val="597A65"/>
                </a:solidFill>
              </a:defRPr>
            </a:lvl6pPr>
            <a:lvl7pPr algn="l">
              <a:buNone/>
              <a:defRPr sz="1350" b="1">
                <a:solidFill>
                  <a:srgbClr val="597A65"/>
                </a:solidFill>
              </a:defRPr>
            </a:lvl7pPr>
            <a:lvl8pPr algn="l">
              <a:buNone/>
              <a:defRPr sz="1350" b="1">
                <a:solidFill>
                  <a:srgbClr val="597A65"/>
                </a:solidFill>
              </a:defRPr>
            </a:lvl8pPr>
            <a:lvl9pPr algn="l">
              <a:buNone/>
              <a:defRPr sz="1350" b="1">
                <a:solidFill>
                  <a:srgbClr val="597A65"/>
                </a:solidFill>
              </a:defRPr>
            </a:lvl9pPr>
          </a:lstStyle>
          <a:p xmlns:a="http://schemas.openxmlformats.org/drawingml/2006/main">
            <a:pPr algn="l">
              <a:buNone/>
              <a:defRPr sz="1350" b="1">
                <a:solidFill>
                  <a:srgbClr val="597A65"/>
                </a:solidFill>
              </a:defRPr>
            </a:pPr>
            <a:r>
              <a:rPr sz="1350" b="1">
                <a:solidFill>
                  <a:srgbClr val="597A65"/>
                </a:solidFill>
              </a:rPr>
              <a:t>Inventory | Can we fulfill from stock?</a:t>
            </a:r>
          </a:p>
        </p:txBody>
      </p:sp>
      <p:sp>
        <p:nvSpPr>
          <p:cNvPr id="17" name="">
            <a:extLst xmlns:a="http://schemas.openxmlformats.org/drawingml/2006/main">
              <a:ext uri="{FF2B5EF4-FFF2-40B4-BE49-F238E27FC236}">
                <a16:creationId xmlns:a16="http://schemas.microsoft.com/office/drawing/2014/main" id="{74C68E08-DF5D-48E8-869A-3A8F42276E28}"/>
              </a:ext>
            </a:extLst>
          </p:cNvPr>
          <p:cNvSpPr>
            <a:spLocks xmlns:a="http://schemas.openxmlformats.org/drawingml/2006/main" noGrp="1"/>
          </p:cNvSpPr>
          <p:nvPr/>
        </p:nvSpPr>
        <p:spPr>
          <a:xfrm xmlns:a="http://schemas.openxmlformats.org/drawingml/2006/main">
            <a:off x="714375" y="5143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0">
                <a:solidFill>
                  <a:srgbClr val="596560"/>
                </a:solidFill>
              </a:defRPr>
            </a:defPPr>
            <a:lvl1pPr algn="l">
              <a:buNone/>
              <a:defRPr sz="1125" b="0">
                <a:solidFill>
                  <a:srgbClr val="596560"/>
                </a:solidFill>
              </a:defRPr>
            </a:lvl1pPr>
            <a:lvl2pPr algn="l">
              <a:buNone/>
              <a:defRPr sz="1125" b="0">
                <a:solidFill>
                  <a:srgbClr val="596560"/>
                </a:solidFill>
              </a:defRPr>
            </a:lvl2pPr>
            <a:lvl3pPr algn="l">
              <a:buNone/>
              <a:defRPr sz="1125" b="0">
                <a:solidFill>
                  <a:srgbClr val="596560"/>
                </a:solidFill>
              </a:defRPr>
            </a:lvl3pPr>
            <a:lvl4pPr algn="l">
              <a:buNone/>
              <a:defRPr sz="1125" b="0">
                <a:solidFill>
                  <a:srgbClr val="596560"/>
                </a:solidFill>
              </a:defRPr>
            </a:lvl4pPr>
            <a:lvl5pPr algn="l">
              <a:buNone/>
              <a:defRPr sz="1125" b="0">
                <a:solidFill>
                  <a:srgbClr val="596560"/>
                </a:solidFill>
              </a:defRPr>
            </a:lvl5pPr>
            <a:lvl6pPr algn="l">
              <a:buNone/>
              <a:defRPr sz="1125" b="0">
                <a:solidFill>
                  <a:srgbClr val="596560"/>
                </a:solidFill>
              </a:defRPr>
            </a:lvl6pPr>
            <a:lvl7pPr algn="l">
              <a:buNone/>
              <a:defRPr sz="1125" b="0">
                <a:solidFill>
                  <a:srgbClr val="596560"/>
                </a:solidFill>
              </a:defRPr>
            </a:lvl7pPr>
            <a:lvl8pPr algn="l">
              <a:buNone/>
              <a:defRPr sz="1125" b="0">
                <a:solidFill>
                  <a:srgbClr val="596560"/>
                </a:solidFill>
              </a:defRPr>
            </a:lvl8pPr>
            <a:lvl9pPr algn="l">
              <a:buNone/>
              <a:defRPr sz="1125" b="0">
                <a:solidFill>
                  <a:srgbClr val="596560"/>
                </a:solidFill>
              </a:defRPr>
            </a:lvl9pPr>
          </a:lstStyle>
          <a:p xmlns:a="http://schemas.openxmlformats.org/drawingml/2006/main">
            <a:pPr algn="l">
              <a:buNone/>
              <a:defRPr sz="1125" b="0">
                <a:solidFill>
                  <a:srgbClr val="596560"/>
                </a:solidFill>
              </a:defRPr>
            </a:pPr>
            <a:r>
              <a:rPr sz="1125" b="0">
                <a:solidFill>
                  <a:srgbClr val="596560"/>
                </a:solidFill>
              </a:rPr>
              <a:t>Raw materials and finished goods are listed; shortages show as Waiting for Materials.</a:t>
            </a:r>
          </a:p>
        </p:txBody>
      </p:sp>
      <p:sp>
        <p:nvSpPr>
          <p:cNvPr id="18" name="">
            <a:extLst xmlns:a="http://schemas.openxmlformats.org/drawingml/2006/main">
              <a:ext uri="{FF2B5EF4-FFF2-40B4-BE49-F238E27FC236}">
                <a16:creationId xmlns:a16="http://schemas.microsoft.com/office/drawing/2014/main" id="{D6164CD5-7B58-473F-81F2-F481C1830FCD}"/>
              </a:ext>
            </a:extLst>
          </p:cNvPr>
          <p:cNvSpPr>
            <a:spLocks xmlns:a="http://schemas.openxmlformats.org/drawingml/2006/main" noGrp="1"/>
          </p:cNvSpPr>
          <p:nvPr/>
        </p:nvSpPr>
        <p:spPr>
          <a:xfrm xmlns:a="http://schemas.openxmlformats.org/drawingml/2006/main">
            <a:off x="6477000" y="48196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D95C3D"/>
                </a:solidFill>
              </a:defRPr>
            </a:defPPr>
            <a:lvl1pPr algn="l">
              <a:buNone/>
              <a:defRPr sz="1350" b="1">
                <a:solidFill>
                  <a:srgbClr val="D95C3D"/>
                </a:solidFill>
              </a:defRPr>
            </a:lvl1pPr>
            <a:lvl2pPr algn="l">
              <a:buNone/>
              <a:defRPr sz="1350" b="1">
                <a:solidFill>
                  <a:srgbClr val="D95C3D"/>
                </a:solidFill>
              </a:defRPr>
            </a:lvl2pPr>
            <a:lvl3pPr algn="l">
              <a:buNone/>
              <a:defRPr sz="1350" b="1">
                <a:solidFill>
                  <a:srgbClr val="D95C3D"/>
                </a:solidFill>
              </a:defRPr>
            </a:lvl3pPr>
            <a:lvl4pPr algn="l">
              <a:buNone/>
              <a:defRPr sz="1350" b="1">
                <a:solidFill>
                  <a:srgbClr val="D95C3D"/>
                </a:solidFill>
              </a:defRPr>
            </a:lvl4pPr>
            <a:lvl5pPr algn="l">
              <a:buNone/>
              <a:defRPr sz="1350" b="1">
                <a:solidFill>
                  <a:srgbClr val="D95C3D"/>
                </a:solidFill>
              </a:defRPr>
            </a:lvl5pPr>
            <a:lvl6pPr algn="l">
              <a:buNone/>
              <a:defRPr sz="1350" b="1">
                <a:solidFill>
                  <a:srgbClr val="D95C3D"/>
                </a:solidFill>
              </a:defRPr>
            </a:lvl6pPr>
            <a:lvl7pPr algn="l">
              <a:buNone/>
              <a:defRPr sz="1350" b="1">
                <a:solidFill>
                  <a:srgbClr val="D95C3D"/>
                </a:solidFill>
              </a:defRPr>
            </a:lvl7pPr>
            <a:lvl8pPr algn="l">
              <a:buNone/>
              <a:defRPr sz="1350" b="1">
                <a:solidFill>
                  <a:srgbClr val="D95C3D"/>
                </a:solidFill>
              </a:defRPr>
            </a:lvl8pPr>
            <a:lvl9pPr algn="l">
              <a:buNone/>
              <a:defRPr sz="1350" b="1">
                <a:solidFill>
                  <a:srgbClr val="D95C3D"/>
                </a:solidFill>
              </a:defRPr>
            </a:lvl9pPr>
          </a:lstStyle>
          <a:p xmlns:a="http://schemas.openxmlformats.org/drawingml/2006/main">
            <a:pPr algn="l">
              <a:buNone/>
              <a:defRPr sz="1350" b="1">
                <a:solidFill>
                  <a:srgbClr val="D95C3D"/>
                </a:solidFill>
              </a:defRPr>
            </a:pPr>
            <a:r>
              <a:rPr sz="1350" b="1">
                <a:solidFill>
                  <a:srgbClr val="D95C3D"/>
                </a:solidFill>
              </a:rPr>
              <a:t>Production | Where is the order held up?</a:t>
            </a:r>
          </a:p>
        </p:txBody>
      </p:sp>
      <p:sp>
        <p:nvSpPr>
          <p:cNvPr id="19" name="">
            <a:extLst xmlns:a="http://schemas.openxmlformats.org/drawingml/2006/main">
              <a:ext uri="{FF2B5EF4-FFF2-40B4-BE49-F238E27FC236}">
                <a16:creationId xmlns:a16="http://schemas.microsoft.com/office/drawing/2014/main" id="{07AE264C-01C7-4BFF-A015-A70A204D8F8C}"/>
              </a:ext>
            </a:extLst>
          </p:cNvPr>
          <p:cNvSpPr>
            <a:spLocks xmlns:a="http://schemas.openxmlformats.org/drawingml/2006/main" noGrp="1"/>
          </p:cNvSpPr>
          <p:nvPr/>
        </p:nvSpPr>
        <p:spPr>
          <a:xfrm xmlns:a="http://schemas.openxmlformats.org/drawingml/2006/main">
            <a:off x="6477000" y="5143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0">
                <a:solidFill>
                  <a:srgbClr val="596560"/>
                </a:solidFill>
              </a:defRPr>
            </a:defPPr>
            <a:lvl1pPr algn="l">
              <a:buNone/>
              <a:defRPr sz="1125" b="0">
                <a:solidFill>
                  <a:srgbClr val="596560"/>
                </a:solidFill>
              </a:defRPr>
            </a:lvl1pPr>
            <a:lvl2pPr algn="l">
              <a:buNone/>
              <a:defRPr sz="1125" b="0">
                <a:solidFill>
                  <a:srgbClr val="596560"/>
                </a:solidFill>
              </a:defRPr>
            </a:lvl2pPr>
            <a:lvl3pPr algn="l">
              <a:buNone/>
              <a:defRPr sz="1125" b="0">
                <a:solidFill>
                  <a:srgbClr val="596560"/>
                </a:solidFill>
              </a:defRPr>
            </a:lvl3pPr>
            <a:lvl4pPr algn="l">
              <a:buNone/>
              <a:defRPr sz="1125" b="0">
                <a:solidFill>
                  <a:srgbClr val="596560"/>
                </a:solidFill>
              </a:defRPr>
            </a:lvl4pPr>
            <a:lvl5pPr algn="l">
              <a:buNone/>
              <a:defRPr sz="1125" b="0">
                <a:solidFill>
                  <a:srgbClr val="596560"/>
                </a:solidFill>
              </a:defRPr>
            </a:lvl5pPr>
            <a:lvl6pPr algn="l">
              <a:buNone/>
              <a:defRPr sz="1125" b="0">
                <a:solidFill>
                  <a:srgbClr val="596560"/>
                </a:solidFill>
              </a:defRPr>
            </a:lvl6pPr>
            <a:lvl7pPr algn="l">
              <a:buNone/>
              <a:defRPr sz="1125" b="0">
                <a:solidFill>
                  <a:srgbClr val="596560"/>
                </a:solidFill>
              </a:defRPr>
            </a:lvl7pPr>
            <a:lvl8pPr algn="l">
              <a:buNone/>
              <a:defRPr sz="1125" b="0">
                <a:solidFill>
                  <a:srgbClr val="596560"/>
                </a:solidFill>
              </a:defRPr>
            </a:lvl8pPr>
            <a:lvl9pPr algn="l">
              <a:buNone/>
              <a:defRPr sz="1125" b="0">
                <a:solidFill>
                  <a:srgbClr val="596560"/>
                </a:solidFill>
              </a:defRPr>
            </a:lvl9pPr>
          </a:lstStyle>
          <a:p xmlns:a="http://schemas.openxmlformats.org/drawingml/2006/main">
            <a:pPr algn="l">
              <a:buNone/>
              <a:defRPr sz="1125" b="0">
                <a:solidFill>
                  <a:srgbClr val="596560"/>
                </a:solidFill>
              </a:defRPr>
            </a:pPr>
            <a:r>
              <a:rPr sz="1125" b="0">
                <a:solidFill>
                  <a:srgbClr val="596560"/>
                </a:solidFill>
              </a:rPr>
              <a:t>Status, progress and a Trace link are shown together. Dates are marked “estimate only.”</a:t>
            </a:r>
          </a:p>
        </p:txBody>
      </p:sp>
      <p:sp>
        <p:nvSpPr>
          <p:cNvPr id="20" name="">
            <a:extLst xmlns:a="http://schemas.openxmlformats.org/drawingml/2006/main">
              <a:ext uri="{FF2B5EF4-FFF2-40B4-BE49-F238E27FC236}">
                <a16:creationId xmlns:a16="http://schemas.microsoft.com/office/drawing/2014/main" id="{995C64F4-78C0-4501-9878-99E6389674DF}"/>
              </a:ext>
            </a:extLst>
          </p:cNvPr>
          <p:cNvSpPr>
            <a:spLocks xmlns:a="http://schemas.openxmlformats.org/drawingml/2006/main" noGrp="1"/>
          </p:cNvSpPr>
          <p:nvPr/>
        </p:nvSpPr>
        <p:spPr>
          <a:xfrm xmlns:a="http://schemas.openxmlformats.org/drawingml/2006/main">
            <a:off x="714375" y="5734050"/>
            <a:ext cx="4000500" cy="266700"/>
          </a:xfrm>
          <a:prstGeom xmlns:a="http://schemas.openxmlformats.org/drawingml/2006/main" prst="roundRect">
            <a:avLst>
              <a:gd name="adj" fmla="val 28571"/>
            </a:avLst>
          </a:prstGeom>
          <a:solidFill xmlns:a="http://schemas.openxmlformats.org/drawingml/2006/main">
            <a:srgbClr val="22312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2F31E42-5C8F-40A8-9C9E-C8D0E4290E43}"/>
              </a:ext>
            </a:extLst>
          </p:cNvPr>
          <p:cNvSpPr>
            <a:spLocks xmlns:a="http://schemas.openxmlformats.org/drawingml/2006/main" noGrp="1"/>
          </p:cNvSpPr>
          <p:nvPr/>
        </p:nvSpPr>
        <p:spPr>
          <a:xfrm xmlns:a="http://schemas.openxmlformats.org/drawingml/2006/main">
            <a:off x="790575" y="5743575"/>
            <a:ext cx="3848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75" b="1">
                <a:solidFill>
                  <a:srgbClr val="FFFFFF"/>
                </a:solidFill>
              </a:defRPr>
            </a:defPPr>
            <a:lvl1pPr algn="ctr">
              <a:buNone/>
              <a:defRPr sz="975" b="1">
                <a:solidFill>
                  <a:srgbClr val="FFFFFF"/>
                </a:solidFill>
              </a:defRPr>
            </a:lvl1pPr>
            <a:lvl2pPr algn="ctr">
              <a:buNone/>
              <a:defRPr sz="975" b="1">
                <a:solidFill>
                  <a:srgbClr val="FFFFFF"/>
                </a:solidFill>
              </a:defRPr>
            </a:lvl2pPr>
            <a:lvl3pPr algn="ctr">
              <a:buNone/>
              <a:defRPr sz="975" b="1">
                <a:solidFill>
                  <a:srgbClr val="FFFFFF"/>
                </a:solidFill>
              </a:defRPr>
            </a:lvl3pPr>
            <a:lvl4pPr algn="ctr">
              <a:buNone/>
              <a:defRPr sz="975" b="1">
                <a:solidFill>
                  <a:srgbClr val="FFFFFF"/>
                </a:solidFill>
              </a:defRPr>
            </a:lvl4pPr>
            <a:lvl5pPr algn="ctr">
              <a:buNone/>
              <a:defRPr sz="975" b="1">
                <a:solidFill>
                  <a:srgbClr val="FFFFFF"/>
                </a:solidFill>
              </a:defRPr>
            </a:lvl5pPr>
            <a:lvl6pPr algn="ctr">
              <a:buNone/>
              <a:defRPr sz="975" b="1">
                <a:solidFill>
                  <a:srgbClr val="FFFFFF"/>
                </a:solidFill>
              </a:defRPr>
            </a:lvl6pPr>
            <a:lvl7pPr algn="ctr">
              <a:buNone/>
              <a:defRPr sz="975" b="1">
                <a:solidFill>
                  <a:srgbClr val="FFFFFF"/>
                </a:solidFill>
              </a:defRPr>
            </a:lvl7pPr>
            <a:lvl8pPr algn="ctr">
              <a:buNone/>
              <a:defRPr sz="975" b="1">
                <a:solidFill>
                  <a:srgbClr val="FFFFFF"/>
                </a:solidFill>
              </a:defRPr>
            </a:lvl8pPr>
            <a:lvl9pPr algn="ctr">
              <a:buNone/>
              <a:defRPr sz="975" b="1">
                <a:solidFill>
                  <a:srgbClr val="FFFFFF"/>
                </a:solidFill>
              </a:defRPr>
            </a:lvl9pPr>
          </a:lstStyle>
          <a:p xmlns:a="http://schemas.openxmlformats.org/drawingml/2006/main">
            <a:pPr algn="ctr">
              <a:buNone/>
              <a:defRPr sz="975" b="1">
                <a:solidFill>
                  <a:srgbClr val="FFFFFF"/>
                </a:solidFill>
              </a:defRPr>
            </a:pPr>
            <a:r>
              <a:rPr sz="975" b="1">
                <a:solidFill>
                  <a:srgbClr val="FFFFFF"/>
                </a:solidFill>
              </a:rPr>
              <a:t>A visible hold beats another round of phone calls</a:t>
            </a:r>
          </a:p>
        </p:txBody>
      </p:sp>
    </p:spTree>
    <p:extLst>
      <p:ext uri="{BB962C8B-B14F-4D97-AF65-F5344CB8AC3E}">
        <p14:creationId xmlns:p14="http://schemas.microsoft.com/office/powerpoint/2010/main" val="798081146"/>
      </p:ext>
    </p:extLst>
  </p:cSld>
</p:sld>
</file>

<file path=ppt/slides/slide6.xml><?xml version="1.0" encoding="utf-8"?>
<p:sld xmlns:p="http://schemas.openxmlformats.org/presentationml/2006/main">
  <p:cSld>
    <p:bg>
      <p:bgPr>
        <a:solidFill xmlns:a="http://schemas.openxmlformats.org/drawingml/2006/main">
          <a:srgbClr val="F3F0E9"/>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D480094E-A515-4733-9056-41A3F190A409}"/>
              </a:ext>
            </a:extLst>
          </p:cNvPr>
          <p:cNvSpPr>
            <a:spLocks xmlns:a="http://schemas.openxmlformats.org/drawingml/2006/main" noGrp="1"/>
          </p:cNvSpPr>
          <p:nvPr/>
        </p:nvSpPr>
        <p:spPr>
          <a:xfrm xmlns:a="http://schemas.openxmlformats.org/drawingml/2006/main">
            <a:off x="0" y="0"/>
            <a:ext cx="12192000" cy="495300"/>
          </a:xfrm>
          <a:prstGeom xmlns:a="http://schemas.openxmlformats.org/drawingml/2006/main" prst="rect">
            <a:avLst/>
          </a:prstGeom>
          <a:solidFill xmlns:a="http://schemas.openxmlformats.org/drawingml/2006/main">
            <a:srgbClr val="1721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28A55F3-F9B1-4076-9A8A-66B702EA2C0F}"/>
              </a:ext>
            </a:extLst>
          </p:cNvPr>
          <p:cNvSpPr>
            <a:spLocks xmlns:a="http://schemas.openxmlformats.org/drawingml/2006/main" noGrp="1"/>
          </p:cNvSpPr>
          <p:nvPr/>
        </p:nvSpPr>
        <p:spPr>
          <a:xfrm xmlns:a="http://schemas.openxmlformats.org/drawingml/2006/main">
            <a:off x="304800" y="114300"/>
            <a:ext cx="247650" cy="257175"/>
          </a:xfrm>
          <a:prstGeom xmlns:a="http://schemas.openxmlformats.org/drawingml/2006/main" prst="roundRect">
            <a:avLst>
              <a:gd name="adj" fmla="val 30769"/>
            </a:avLst>
          </a:prstGeom>
          <a:solidFill xmlns:a="http://schemas.openxmlformats.org/drawingml/2006/main">
            <a:srgbClr val="D95C3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903F408-C70F-4F3B-AAA3-9BF7462306F9}"/>
              </a:ext>
            </a:extLst>
          </p:cNvPr>
          <p:cNvSpPr>
            <a:spLocks xmlns:a="http://schemas.openxmlformats.org/drawingml/2006/main" noGrp="1"/>
          </p:cNvSpPr>
          <p:nvPr/>
        </p:nvSpPr>
        <p:spPr>
          <a:xfrm xmlns:a="http://schemas.openxmlformats.org/drawingml/2006/main">
            <a:off x="304800" y="104775"/>
            <a:ext cx="247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1">
                <a:solidFill>
                  <a:srgbClr val="FFFFFF"/>
                </a:solidFill>
              </a:defRPr>
            </a:defPPr>
            <a:lvl1pPr algn="ctr">
              <a:buNone/>
              <a:defRPr sz="1275" b="1">
                <a:solidFill>
                  <a:srgbClr val="FFFFFF"/>
                </a:solidFill>
              </a:defRPr>
            </a:lvl1pPr>
            <a:lvl2pPr algn="ctr">
              <a:buNone/>
              <a:defRPr sz="1275" b="1">
                <a:solidFill>
                  <a:srgbClr val="FFFFFF"/>
                </a:solidFill>
              </a:defRPr>
            </a:lvl2pPr>
            <a:lvl3pPr algn="ctr">
              <a:buNone/>
              <a:defRPr sz="1275" b="1">
                <a:solidFill>
                  <a:srgbClr val="FFFFFF"/>
                </a:solidFill>
              </a:defRPr>
            </a:lvl3pPr>
            <a:lvl4pPr algn="ctr">
              <a:buNone/>
              <a:defRPr sz="1275" b="1">
                <a:solidFill>
                  <a:srgbClr val="FFFFFF"/>
                </a:solidFill>
              </a:defRPr>
            </a:lvl4pPr>
            <a:lvl5pPr algn="ctr">
              <a:buNone/>
              <a:defRPr sz="1275" b="1">
                <a:solidFill>
                  <a:srgbClr val="FFFFFF"/>
                </a:solidFill>
              </a:defRPr>
            </a:lvl5pPr>
            <a:lvl6pPr algn="ctr">
              <a:buNone/>
              <a:defRPr sz="1275" b="1">
                <a:solidFill>
                  <a:srgbClr val="FFFFFF"/>
                </a:solidFill>
              </a:defRPr>
            </a:lvl6pPr>
            <a:lvl7pPr algn="ctr">
              <a:buNone/>
              <a:defRPr sz="1275" b="1">
                <a:solidFill>
                  <a:srgbClr val="FFFFFF"/>
                </a:solidFill>
              </a:defRPr>
            </a:lvl7pPr>
            <a:lvl8pPr algn="ctr">
              <a:buNone/>
              <a:defRPr sz="1275" b="1">
                <a:solidFill>
                  <a:srgbClr val="FFFFFF"/>
                </a:solidFill>
              </a:defRPr>
            </a:lvl8pPr>
            <a:lvl9pPr algn="ctr">
              <a:buNone/>
              <a:defRPr sz="1275" b="1">
                <a:solidFill>
                  <a:srgbClr val="FFFFFF"/>
                </a:solidFill>
              </a:defRPr>
            </a:lvl9pPr>
          </a:lstStyle>
          <a:p xmlns:a="http://schemas.openxmlformats.org/drawingml/2006/main">
            <a:pPr algn="ctr">
              <a:buNone/>
              <a:defRPr sz="1275" b="1">
                <a:solidFill>
                  <a:srgbClr val="FFFFFF"/>
                </a:solidFill>
              </a:defRPr>
            </a:pPr>
            <a:r>
              <a:rPr sz="1275" b="1">
                <a:solidFill>
                  <a:srgbClr val="FFFFFF"/>
                </a:solidFill>
              </a:rPr>
              <a:t>F</a:t>
            </a:r>
          </a:p>
        </p:txBody>
      </p:sp>
      <p:sp>
        <p:nvSpPr>
          <p:cNvPr id="4" name="">
            <a:extLst xmlns:a="http://schemas.openxmlformats.org/drawingml/2006/main">
              <a:ext uri="{FF2B5EF4-FFF2-40B4-BE49-F238E27FC236}">
                <a16:creationId xmlns:a16="http://schemas.microsoft.com/office/drawing/2014/main" id="{A0F6EA74-2E7E-4CED-A355-836962554479}"/>
              </a:ext>
            </a:extLst>
          </p:cNvPr>
          <p:cNvSpPr>
            <a:spLocks xmlns:a="http://schemas.openxmlformats.org/drawingml/2006/main" noGrp="1"/>
          </p:cNvSpPr>
          <p:nvPr/>
        </p:nvSpPr>
        <p:spPr>
          <a:xfrm xmlns:a="http://schemas.openxmlformats.org/drawingml/2006/main">
            <a:off x="676275" y="95250"/>
            <a:ext cx="1714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FFFFFF"/>
                </a:solidFill>
              </a:defRPr>
            </a:defPPr>
            <a:lvl1pPr algn="l">
              <a:buNone/>
              <a:defRPr sz="1425" b="1">
                <a:solidFill>
                  <a:srgbClr val="FFFFFF"/>
                </a:solidFill>
              </a:defRPr>
            </a:lvl1pPr>
            <a:lvl2pPr algn="l">
              <a:buNone/>
              <a:defRPr sz="1425" b="1">
                <a:solidFill>
                  <a:srgbClr val="FFFFFF"/>
                </a:solidFill>
              </a:defRPr>
            </a:lvl2pPr>
            <a:lvl3pPr algn="l">
              <a:buNone/>
              <a:defRPr sz="1425" b="1">
                <a:solidFill>
                  <a:srgbClr val="FFFFFF"/>
                </a:solidFill>
              </a:defRPr>
            </a:lvl3pPr>
            <a:lvl4pPr algn="l">
              <a:buNone/>
              <a:defRPr sz="1425" b="1">
                <a:solidFill>
                  <a:srgbClr val="FFFFFF"/>
                </a:solidFill>
              </a:defRPr>
            </a:lvl4pPr>
            <a:lvl5pPr algn="l">
              <a:buNone/>
              <a:defRPr sz="1425" b="1">
                <a:solidFill>
                  <a:srgbClr val="FFFFFF"/>
                </a:solidFill>
              </a:defRPr>
            </a:lvl5pPr>
            <a:lvl6pPr algn="l">
              <a:buNone/>
              <a:defRPr sz="1425" b="1">
                <a:solidFill>
                  <a:srgbClr val="FFFFFF"/>
                </a:solidFill>
              </a:defRPr>
            </a:lvl6pPr>
            <a:lvl7pPr algn="l">
              <a:buNone/>
              <a:defRPr sz="1425" b="1">
                <a:solidFill>
                  <a:srgbClr val="FFFFFF"/>
                </a:solidFill>
              </a:defRPr>
            </a:lvl7pPr>
            <a:lvl8pPr algn="l">
              <a:buNone/>
              <a:defRPr sz="1425" b="1">
                <a:solidFill>
                  <a:srgbClr val="FFFFFF"/>
                </a:solidFill>
              </a:defRPr>
            </a:lvl8pPr>
            <a:lvl9pPr algn="l">
              <a:buNone/>
              <a:defRPr sz="1425" b="1">
                <a:solidFill>
                  <a:srgbClr val="FFFFFF"/>
                </a:solidFill>
              </a:defRPr>
            </a:lvl9pPr>
          </a:lstStyle>
          <a:p xmlns:a="http://schemas.openxmlformats.org/drawingml/2006/main">
            <a:pPr algn="l">
              <a:buNone/>
              <a:defRPr sz="1425" b="1">
                <a:solidFill>
                  <a:srgbClr val="FFFFFF"/>
                </a:solidFill>
              </a:defRPr>
            </a:pPr>
            <a:r>
              <a:rPr sz="1425" b="1">
                <a:solidFill>
                  <a:srgbClr val="FFFFFF"/>
                </a:solidFill>
              </a:rPr>
              <a:t>ForgeFlow</a:t>
            </a:r>
          </a:p>
        </p:txBody>
      </p:sp>
      <p:sp>
        <p:nvSpPr>
          <p:cNvPr id="5" name="">
            <a:extLst xmlns:a="http://schemas.openxmlformats.org/drawingml/2006/main">
              <a:ext uri="{FF2B5EF4-FFF2-40B4-BE49-F238E27FC236}">
                <a16:creationId xmlns:a16="http://schemas.microsoft.com/office/drawing/2014/main" id="{398785D0-BD0A-4BAA-B388-EBFBA2E856BB}"/>
              </a:ext>
            </a:extLst>
          </p:cNvPr>
          <p:cNvSpPr>
            <a:spLocks xmlns:a="http://schemas.openxmlformats.org/drawingml/2006/main" noGrp="1"/>
          </p:cNvSpPr>
          <p:nvPr/>
        </p:nvSpPr>
        <p:spPr>
          <a:xfrm xmlns:a="http://schemas.openxmlformats.org/drawingml/2006/main">
            <a:off x="8953500" y="104775"/>
            <a:ext cx="2714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DFE5DF"/>
                </a:solidFill>
              </a:defRPr>
            </a:defPPr>
            <a:lvl1pPr algn="r">
              <a:buNone/>
              <a:defRPr sz="975" b="1">
                <a:solidFill>
                  <a:srgbClr val="DFE5DF"/>
                </a:solidFill>
              </a:defRPr>
            </a:lvl1pPr>
            <a:lvl2pPr algn="r">
              <a:buNone/>
              <a:defRPr sz="975" b="1">
                <a:solidFill>
                  <a:srgbClr val="DFE5DF"/>
                </a:solidFill>
              </a:defRPr>
            </a:lvl2pPr>
            <a:lvl3pPr algn="r">
              <a:buNone/>
              <a:defRPr sz="975" b="1">
                <a:solidFill>
                  <a:srgbClr val="DFE5DF"/>
                </a:solidFill>
              </a:defRPr>
            </a:lvl3pPr>
            <a:lvl4pPr algn="r">
              <a:buNone/>
              <a:defRPr sz="975" b="1">
                <a:solidFill>
                  <a:srgbClr val="DFE5DF"/>
                </a:solidFill>
              </a:defRPr>
            </a:lvl4pPr>
            <a:lvl5pPr algn="r">
              <a:buNone/>
              <a:defRPr sz="975" b="1">
                <a:solidFill>
                  <a:srgbClr val="DFE5DF"/>
                </a:solidFill>
              </a:defRPr>
            </a:lvl5pPr>
            <a:lvl6pPr algn="r">
              <a:buNone/>
              <a:defRPr sz="975" b="1">
                <a:solidFill>
                  <a:srgbClr val="DFE5DF"/>
                </a:solidFill>
              </a:defRPr>
            </a:lvl6pPr>
            <a:lvl7pPr algn="r">
              <a:buNone/>
              <a:defRPr sz="975" b="1">
                <a:solidFill>
                  <a:srgbClr val="DFE5DF"/>
                </a:solidFill>
              </a:defRPr>
            </a:lvl7pPr>
            <a:lvl8pPr algn="r">
              <a:buNone/>
              <a:defRPr sz="975" b="1">
                <a:solidFill>
                  <a:srgbClr val="DFE5DF"/>
                </a:solidFill>
              </a:defRPr>
            </a:lvl8pPr>
            <a:lvl9pPr algn="r">
              <a:buNone/>
              <a:defRPr sz="975" b="1">
                <a:solidFill>
                  <a:srgbClr val="DFE5DF"/>
                </a:solidFill>
              </a:defRPr>
            </a:lvl9pPr>
          </a:lstStyle>
          <a:p xmlns:a="http://schemas.openxmlformats.org/drawingml/2006/main">
            <a:pPr algn="r">
              <a:buNone/>
              <a:defRPr sz="975" b="1">
                <a:solidFill>
                  <a:srgbClr val="DFE5DF"/>
                </a:solidFill>
              </a:defRPr>
            </a:pPr>
            <a:r>
              <a:rPr sz="975" b="1">
                <a:solidFill>
                  <a:srgbClr val="DFE5DF"/>
                </a:solidFill>
              </a:rPr>
              <a:t>SDC HACKATHON 2026</a:t>
            </a:r>
          </a:p>
        </p:txBody>
      </p:sp>
      <p:sp>
        <p:nvSpPr>
          <p:cNvPr id="6" name="">
            <a:extLst xmlns:a="http://schemas.openxmlformats.org/drawingml/2006/main">
              <a:ext uri="{FF2B5EF4-FFF2-40B4-BE49-F238E27FC236}">
                <a16:creationId xmlns:a16="http://schemas.microsoft.com/office/drawing/2014/main" id="{88CF5451-BBB4-4637-8C66-820C33160989}"/>
              </a:ext>
            </a:extLst>
          </p:cNvPr>
          <p:cNvSpPr>
            <a:spLocks xmlns:a="http://schemas.openxmlformats.org/drawingml/2006/main" noGrp="1"/>
          </p:cNvSpPr>
          <p:nvPr/>
        </p:nvSpPr>
        <p:spPr>
          <a:xfrm xmlns:a="http://schemas.openxmlformats.org/drawingml/2006/main">
            <a:off x="666750" y="7048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D95C3D"/>
                </a:solidFill>
              </a:defRPr>
            </a:defPPr>
            <a:lvl1pPr algn="l">
              <a:buNone/>
              <a:defRPr sz="975" b="1">
                <a:solidFill>
                  <a:srgbClr val="D95C3D"/>
                </a:solidFill>
              </a:defRPr>
            </a:lvl1pPr>
            <a:lvl2pPr algn="l">
              <a:buNone/>
              <a:defRPr sz="975" b="1">
                <a:solidFill>
                  <a:srgbClr val="D95C3D"/>
                </a:solidFill>
              </a:defRPr>
            </a:lvl2pPr>
            <a:lvl3pPr algn="l">
              <a:buNone/>
              <a:defRPr sz="975" b="1">
                <a:solidFill>
                  <a:srgbClr val="D95C3D"/>
                </a:solidFill>
              </a:defRPr>
            </a:lvl3pPr>
            <a:lvl4pPr algn="l">
              <a:buNone/>
              <a:defRPr sz="975" b="1">
                <a:solidFill>
                  <a:srgbClr val="D95C3D"/>
                </a:solidFill>
              </a:defRPr>
            </a:lvl4pPr>
            <a:lvl5pPr algn="l">
              <a:buNone/>
              <a:defRPr sz="975" b="1">
                <a:solidFill>
                  <a:srgbClr val="D95C3D"/>
                </a:solidFill>
              </a:defRPr>
            </a:lvl5pPr>
            <a:lvl6pPr algn="l">
              <a:buNone/>
              <a:defRPr sz="975" b="1">
                <a:solidFill>
                  <a:srgbClr val="D95C3D"/>
                </a:solidFill>
              </a:defRPr>
            </a:lvl6pPr>
            <a:lvl7pPr algn="l">
              <a:buNone/>
              <a:defRPr sz="975" b="1">
                <a:solidFill>
                  <a:srgbClr val="D95C3D"/>
                </a:solidFill>
              </a:defRPr>
            </a:lvl7pPr>
            <a:lvl8pPr algn="l">
              <a:buNone/>
              <a:defRPr sz="975" b="1">
                <a:solidFill>
                  <a:srgbClr val="D95C3D"/>
                </a:solidFill>
              </a:defRPr>
            </a:lvl8pPr>
            <a:lvl9pPr algn="l">
              <a:buNone/>
              <a:defRPr sz="975" b="1">
                <a:solidFill>
                  <a:srgbClr val="D95C3D"/>
                </a:solidFill>
              </a:defRPr>
            </a:lvl9pPr>
          </a:lstStyle>
          <a:p xmlns:a="http://schemas.openxmlformats.org/drawingml/2006/main">
            <a:pPr algn="l">
              <a:buNone/>
              <a:defRPr sz="975" b="1">
                <a:solidFill>
                  <a:srgbClr val="D95C3D"/>
                </a:solidFill>
              </a:defRPr>
            </a:pPr>
            <a:r>
              <a:rPr sz="975" b="1">
                <a:solidFill>
                  <a:srgbClr val="D95C3D"/>
                </a:solidFill>
              </a:rPr>
              <a:t>04 · SCAN AND TRACE</a:t>
            </a:r>
          </a:p>
        </p:txBody>
      </p:sp>
      <p:sp>
        <p:nvSpPr>
          <p:cNvPr id="7" name="">
            <a:extLst xmlns:a="http://schemas.openxmlformats.org/drawingml/2006/main">
              <a:ext uri="{FF2B5EF4-FFF2-40B4-BE49-F238E27FC236}">
                <a16:creationId xmlns:a16="http://schemas.microsoft.com/office/drawing/2014/main" id="{4EABFEDD-8647-4B17-916E-100B0BA9060C}"/>
              </a:ext>
            </a:extLst>
          </p:cNvPr>
          <p:cNvSpPr>
            <a:spLocks xmlns:a="http://schemas.openxmlformats.org/drawingml/2006/main" noGrp="1"/>
          </p:cNvSpPr>
          <p:nvPr/>
        </p:nvSpPr>
        <p:spPr>
          <a:xfrm xmlns:a="http://schemas.openxmlformats.org/drawingml/2006/main">
            <a:off x="647700" y="1000125"/>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17211F"/>
                </a:solidFill>
              </a:defRPr>
            </a:defPPr>
            <a:lvl1pPr algn="l">
              <a:buNone/>
              <a:defRPr sz="2550" b="1">
                <a:solidFill>
                  <a:srgbClr val="17211F"/>
                </a:solidFill>
              </a:defRPr>
            </a:lvl1pPr>
            <a:lvl2pPr algn="l">
              <a:buNone/>
              <a:defRPr sz="2550" b="1">
                <a:solidFill>
                  <a:srgbClr val="17211F"/>
                </a:solidFill>
              </a:defRPr>
            </a:lvl2pPr>
            <a:lvl3pPr algn="l">
              <a:buNone/>
              <a:defRPr sz="2550" b="1">
                <a:solidFill>
                  <a:srgbClr val="17211F"/>
                </a:solidFill>
              </a:defRPr>
            </a:lvl3pPr>
            <a:lvl4pPr algn="l">
              <a:buNone/>
              <a:defRPr sz="2550" b="1">
                <a:solidFill>
                  <a:srgbClr val="17211F"/>
                </a:solidFill>
              </a:defRPr>
            </a:lvl4pPr>
            <a:lvl5pPr algn="l">
              <a:buNone/>
              <a:defRPr sz="2550" b="1">
                <a:solidFill>
                  <a:srgbClr val="17211F"/>
                </a:solidFill>
              </a:defRPr>
            </a:lvl5pPr>
            <a:lvl6pPr algn="l">
              <a:buNone/>
              <a:defRPr sz="2550" b="1">
                <a:solidFill>
                  <a:srgbClr val="17211F"/>
                </a:solidFill>
              </a:defRPr>
            </a:lvl6pPr>
            <a:lvl7pPr algn="l">
              <a:buNone/>
              <a:defRPr sz="2550" b="1">
                <a:solidFill>
                  <a:srgbClr val="17211F"/>
                </a:solidFill>
              </a:defRPr>
            </a:lvl7pPr>
            <a:lvl8pPr algn="l">
              <a:buNone/>
              <a:defRPr sz="2550" b="1">
                <a:solidFill>
                  <a:srgbClr val="17211F"/>
                </a:solidFill>
              </a:defRPr>
            </a:lvl8pPr>
            <a:lvl9pPr algn="l">
              <a:buNone/>
              <a:defRPr sz="2550" b="1">
                <a:solidFill>
                  <a:srgbClr val="17211F"/>
                </a:solidFill>
              </a:defRPr>
            </a:lvl9pPr>
          </a:lstStyle>
          <a:p xmlns:a="http://schemas.openxmlformats.org/drawingml/2006/main">
            <a:pPr algn="l">
              <a:buNone/>
              <a:defRPr sz="2550" b="1">
                <a:solidFill>
                  <a:srgbClr val="17211F"/>
                </a:solidFill>
              </a:defRPr>
            </a:pPr>
            <a:r>
              <a:rPr sz="2550" b="1">
                <a:solidFill>
                  <a:srgbClr val="17211F"/>
                </a:solidFill>
              </a:rPr>
              <a:t>Scan a product or batch QR code to open its traceability record</a:t>
            </a:r>
          </a:p>
        </p:txBody>
      </p:sp>
      <p:sp>
        <p:nvSpPr>
          <p:cNvPr id="8" name="">
            <a:extLst xmlns:a="http://schemas.openxmlformats.org/drawingml/2006/main">
              <a:ext uri="{FF2B5EF4-FFF2-40B4-BE49-F238E27FC236}">
                <a16:creationId xmlns:a16="http://schemas.microsoft.com/office/drawing/2014/main" id="{620D6F0A-1E1E-4708-9D25-83F01B9BA96B}"/>
              </a:ext>
            </a:extLst>
          </p:cNvPr>
          <p:cNvSpPr>
            <a:spLocks xmlns:a="http://schemas.openxmlformats.org/drawingml/2006/main" noGrp="1"/>
          </p:cNvSpPr>
          <p:nvPr/>
        </p:nvSpPr>
        <p:spPr>
          <a:xfrm xmlns:a="http://schemas.openxmlformats.org/drawingml/2006/main">
            <a:off x="666750" y="1562100"/>
            <a:ext cx="10715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96560"/>
                </a:solidFill>
              </a:defRPr>
            </a:defPPr>
            <a:lvl1pPr algn="l">
              <a:buNone/>
              <a:defRPr sz="1275" b="0">
                <a:solidFill>
                  <a:srgbClr val="596560"/>
                </a:solidFill>
              </a:defRPr>
            </a:lvl1pPr>
            <a:lvl2pPr algn="l">
              <a:buNone/>
              <a:defRPr sz="1275" b="0">
                <a:solidFill>
                  <a:srgbClr val="596560"/>
                </a:solidFill>
              </a:defRPr>
            </a:lvl2pPr>
            <a:lvl3pPr algn="l">
              <a:buNone/>
              <a:defRPr sz="1275" b="0">
                <a:solidFill>
                  <a:srgbClr val="596560"/>
                </a:solidFill>
              </a:defRPr>
            </a:lvl3pPr>
            <a:lvl4pPr algn="l">
              <a:buNone/>
              <a:defRPr sz="1275" b="0">
                <a:solidFill>
                  <a:srgbClr val="596560"/>
                </a:solidFill>
              </a:defRPr>
            </a:lvl4pPr>
            <a:lvl5pPr algn="l">
              <a:buNone/>
              <a:defRPr sz="1275" b="0">
                <a:solidFill>
                  <a:srgbClr val="596560"/>
                </a:solidFill>
              </a:defRPr>
            </a:lvl5pPr>
            <a:lvl6pPr algn="l">
              <a:buNone/>
              <a:defRPr sz="1275" b="0">
                <a:solidFill>
                  <a:srgbClr val="596560"/>
                </a:solidFill>
              </a:defRPr>
            </a:lvl6pPr>
            <a:lvl7pPr algn="l">
              <a:buNone/>
              <a:defRPr sz="1275" b="0">
                <a:solidFill>
                  <a:srgbClr val="596560"/>
                </a:solidFill>
              </a:defRPr>
            </a:lvl7pPr>
            <a:lvl8pPr algn="l">
              <a:buNone/>
              <a:defRPr sz="1275" b="0">
                <a:solidFill>
                  <a:srgbClr val="596560"/>
                </a:solidFill>
              </a:defRPr>
            </a:lvl8pPr>
            <a:lvl9pPr algn="l">
              <a:buNone/>
              <a:defRPr sz="1275" b="0">
                <a:solidFill>
                  <a:srgbClr val="596560"/>
                </a:solidFill>
              </a:defRPr>
            </a:lvl9pPr>
          </a:lstStyle>
          <a:p xmlns:a="http://schemas.openxmlformats.org/drawingml/2006/main">
            <a:pPr algn="l">
              <a:buNone/>
              <a:defRPr sz="1275" b="0">
                <a:solidFill>
                  <a:srgbClr val="596560"/>
                </a:solidFill>
              </a:defRPr>
            </a:pPr>
            <a:r>
              <a:rPr sz="1275" b="0">
                <a:solidFill>
                  <a:srgbClr val="596560"/>
                </a:solidFill>
              </a:rPr>
              <a:t>Customers or factory staff can find the product history by order, serial number or batch ID.</a:t>
            </a:r>
          </a:p>
        </p:txBody>
      </p:sp>
      <p:sp>
        <p:nvSpPr>
          <p:cNvPr id="9" name="">
            <a:extLst xmlns:a="http://schemas.openxmlformats.org/drawingml/2006/main">
              <a:ext uri="{FF2B5EF4-FFF2-40B4-BE49-F238E27FC236}">
                <a16:creationId xmlns:a16="http://schemas.microsoft.com/office/drawing/2014/main" id="{4067E6DC-5EB0-47DB-82B7-AE7EFD7DA513}"/>
              </a:ext>
            </a:extLst>
          </p:cNvPr>
          <p:cNvSpPr>
            <a:spLocks xmlns:a="http://schemas.openxmlformats.org/drawingml/2006/main" noGrp="1"/>
          </p:cNvSpPr>
          <p:nvPr/>
        </p:nvSpPr>
        <p:spPr>
          <a:xfrm xmlns:a="http://schemas.openxmlformats.org/drawingml/2006/main">
            <a:off x="666750" y="6477000"/>
            <a:ext cx="10858500" cy="9525"/>
          </a:xfrm>
          <a:prstGeom xmlns:a="http://schemas.openxmlformats.org/drawingml/2006/main" prst="rect">
            <a:avLst/>
          </a:prstGeom>
          <a:solidFill xmlns:a="http://schemas.openxmlformats.org/drawingml/2006/main">
            <a:srgbClr val="D8D3C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92B80D8-6E4A-4A5B-9BB1-5EE14BF1D307}"/>
              </a:ext>
            </a:extLst>
          </p:cNvPr>
          <p:cNvSpPr>
            <a:spLocks xmlns:a="http://schemas.openxmlformats.org/drawingml/2006/main" noGrp="1"/>
          </p:cNvSpPr>
          <p:nvPr/>
        </p:nvSpPr>
        <p:spPr>
          <a:xfrm xmlns:a="http://schemas.openxmlformats.org/drawingml/2006/main">
            <a:off x="666750" y="651510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96560"/>
                </a:solidFill>
              </a:defRPr>
            </a:defPPr>
            <a:lvl1pPr algn="l">
              <a:buNone/>
              <a:defRPr sz="1125" b="1">
                <a:solidFill>
                  <a:srgbClr val="596560"/>
                </a:solidFill>
              </a:defRPr>
            </a:lvl1pPr>
            <a:lvl2pPr algn="l">
              <a:buNone/>
              <a:defRPr sz="1125" b="1">
                <a:solidFill>
                  <a:srgbClr val="596560"/>
                </a:solidFill>
              </a:defRPr>
            </a:lvl2pPr>
            <a:lvl3pPr algn="l">
              <a:buNone/>
              <a:defRPr sz="1125" b="1">
                <a:solidFill>
                  <a:srgbClr val="596560"/>
                </a:solidFill>
              </a:defRPr>
            </a:lvl3pPr>
            <a:lvl4pPr algn="l">
              <a:buNone/>
              <a:defRPr sz="1125" b="1">
                <a:solidFill>
                  <a:srgbClr val="596560"/>
                </a:solidFill>
              </a:defRPr>
            </a:lvl4pPr>
            <a:lvl5pPr algn="l">
              <a:buNone/>
              <a:defRPr sz="1125" b="1">
                <a:solidFill>
                  <a:srgbClr val="596560"/>
                </a:solidFill>
              </a:defRPr>
            </a:lvl5pPr>
            <a:lvl6pPr algn="l">
              <a:buNone/>
              <a:defRPr sz="1125" b="1">
                <a:solidFill>
                  <a:srgbClr val="596560"/>
                </a:solidFill>
              </a:defRPr>
            </a:lvl6pPr>
            <a:lvl7pPr algn="l">
              <a:buNone/>
              <a:defRPr sz="1125" b="1">
                <a:solidFill>
                  <a:srgbClr val="596560"/>
                </a:solidFill>
              </a:defRPr>
            </a:lvl7pPr>
            <a:lvl8pPr algn="l">
              <a:buNone/>
              <a:defRPr sz="1125" b="1">
                <a:solidFill>
                  <a:srgbClr val="596560"/>
                </a:solidFill>
              </a:defRPr>
            </a:lvl8pPr>
            <a:lvl9pPr algn="l">
              <a:buNone/>
              <a:defRPr sz="1125" b="1">
                <a:solidFill>
                  <a:srgbClr val="596560"/>
                </a:solidFill>
              </a:defRPr>
            </a:lvl9pPr>
          </a:lstStyle>
          <a:p xmlns:a="http://schemas.openxmlformats.org/drawingml/2006/main">
            <a:pPr algn="l">
              <a:buNone/>
              <a:defRPr sz="1125" b="1">
                <a:solidFill>
                  <a:srgbClr val="596560"/>
                </a:solidFill>
              </a:defRPr>
            </a:pPr>
            <a:r>
              <a:rPr sz="1125" b="1">
                <a:solidFill>
                  <a:srgbClr val="596560"/>
                </a:solidFill>
              </a:rPr>
              <a:t>Team: Debug The World</a:t>
            </a:r>
          </a:p>
        </p:txBody>
      </p:sp>
      <p:sp>
        <p:nvSpPr>
          <p:cNvPr id="11" name="">
            <a:extLst xmlns:a="http://schemas.openxmlformats.org/drawingml/2006/main">
              <a:ext uri="{FF2B5EF4-FFF2-40B4-BE49-F238E27FC236}">
                <a16:creationId xmlns:a16="http://schemas.microsoft.com/office/drawing/2014/main" id="{061C52BC-417D-43A9-A2D5-CE608225EDD4}"/>
              </a:ext>
            </a:extLst>
          </p:cNvPr>
          <p:cNvSpPr>
            <a:spLocks xmlns:a="http://schemas.openxmlformats.org/drawingml/2006/main" noGrp="1"/>
          </p:cNvSpPr>
          <p:nvPr/>
        </p:nvSpPr>
        <p:spPr>
          <a:xfrm xmlns:a="http://schemas.openxmlformats.org/drawingml/2006/main">
            <a:off x="11163300" y="6543675"/>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1">
                <a:solidFill>
                  <a:srgbClr val="596560"/>
                </a:solidFill>
              </a:defRPr>
            </a:defPPr>
            <a:lvl1pPr algn="r">
              <a:buNone/>
              <a:defRPr sz="900" b="1">
                <a:solidFill>
                  <a:srgbClr val="596560"/>
                </a:solidFill>
              </a:defRPr>
            </a:lvl1pPr>
            <a:lvl2pPr algn="r">
              <a:buNone/>
              <a:defRPr sz="900" b="1">
                <a:solidFill>
                  <a:srgbClr val="596560"/>
                </a:solidFill>
              </a:defRPr>
            </a:lvl2pPr>
            <a:lvl3pPr algn="r">
              <a:buNone/>
              <a:defRPr sz="900" b="1">
                <a:solidFill>
                  <a:srgbClr val="596560"/>
                </a:solidFill>
              </a:defRPr>
            </a:lvl3pPr>
            <a:lvl4pPr algn="r">
              <a:buNone/>
              <a:defRPr sz="900" b="1">
                <a:solidFill>
                  <a:srgbClr val="596560"/>
                </a:solidFill>
              </a:defRPr>
            </a:lvl4pPr>
            <a:lvl5pPr algn="r">
              <a:buNone/>
              <a:defRPr sz="900" b="1">
                <a:solidFill>
                  <a:srgbClr val="596560"/>
                </a:solidFill>
              </a:defRPr>
            </a:lvl5pPr>
            <a:lvl6pPr algn="r">
              <a:buNone/>
              <a:defRPr sz="900" b="1">
                <a:solidFill>
                  <a:srgbClr val="596560"/>
                </a:solidFill>
              </a:defRPr>
            </a:lvl6pPr>
            <a:lvl7pPr algn="r">
              <a:buNone/>
              <a:defRPr sz="900" b="1">
                <a:solidFill>
                  <a:srgbClr val="596560"/>
                </a:solidFill>
              </a:defRPr>
            </a:lvl7pPr>
            <a:lvl8pPr algn="r">
              <a:buNone/>
              <a:defRPr sz="900" b="1">
                <a:solidFill>
                  <a:srgbClr val="596560"/>
                </a:solidFill>
              </a:defRPr>
            </a:lvl8pPr>
            <a:lvl9pPr algn="r">
              <a:buNone/>
              <a:defRPr sz="900" b="1">
                <a:solidFill>
                  <a:srgbClr val="596560"/>
                </a:solidFill>
              </a:defRPr>
            </a:lvl9pPr>
          </a:lstStyle>
          <a:p xmlns:a="http://schemas.openxmlformats.org/drawingml/2006/main">
            <a:pPr algn="r">
              <a:buNone/>
              <a:defRPr sz="900" b="1">
                <a:solidFill>
                  <a:srgbClr val="596560"/>
                </a:solidFill>
              </a:defRPr>
            </a:pPr>
            <a:r>
              <a:rPr sz="900" b="1">
                <a:solidFill>
                  <a:srgbClr val="596560"/>
                </a:solidFill>
              </a:rPr>
              <a:t>06</a:t>
            </a:r>
          </a:p>
        </p:txBody>
      </p:sp>
      <p:pic>
        <p:nvPicPr>
          <p:cNvPr id="12" name="">
            <a:extLst xmlns:a="http://schemas.openxmlformats.org/drawingml/2006/main">
              <a:ext uri="{FF2B5EF4-FFF2-40B4-BE49-F238E27FC236}">
                <a16:creationId xmlns:a16="http://schemas.microsoft.com/office/drawing/2014/main" id="{4E454D70-A6A6-461E-8BA9-61D8AA7E167B}"/>
              </a:ext>
            </a:extLst>
          </p:cNvPr>
          <p:cNvPicPr>
            <a:picLocks xmlns:a="http://schemas.openxmlformats.org/drawingml/2006/main" noChangeAspect="1"/>
          </p:cNvPicPr>
          <p:nvPr/>
        </p:nvPicPr>
        <p:blipFill>
          <a:blip xmlns:r="http://schemas.openxmlformats.org/officeDocument/2006/relationships" xmlns:a="http://schemas.openxmlformats.org/drawingml/2006/main" r:embed="R37ac250eaeb347aa"/>
          <a:stretch xmlns:a="http://schemas.openxmlformats.org/drawingml/2006/main"/>
        </p:blipFill>
        <p:spPr>
          <a:xfrm xmlns:a="http://schemas.openxmlformats.org/drawingml/2006/main">
            <a:off x="619125" y="2124686"/>
            <a:ext cx="7067550" cy="3332529"/>
          </a:xfrm>
          <a:prstGeom xmlns:a="http://schemas.openxmlformats.org/drawingml/2006/main" prst="roundRect">
            <a:avLst>
              <a:gd name="adj" fmla="val 2286"/>
            </a:avLst>
          </a:prstGeom>
        </p:spPr>
      </p:pic>
      <p:sp>
        <p:nvSpPr>
          <p:cNvPr id="13" name="">
            <a:extLst xmlns:a="http://schemas.openxmlformats.org/drawingml/2006/main">
              <a:ext uri="{FF2B5EF4-FFF2-40B4-BE49-F238E27FC236}">
                <a16:creationId xmlns:a16="http://schemas.microsoft.com/office/drawing/2014/main" id="{7C182DD9-1A7B-4C58-8917-1E39ECC14367}"/>
              </a:ext>
            </a:extLst>
          </p:cNvPr>
          <p:cNvSpPr>
            <a:spLocks xmlns:a="http://schemas.openxmlformats.org/drawingml/2006/main" noGrp="1"/>
          </p:cNvSpPr>
          <p:nvPr/>
        </p:nvSpPr>
        <p:spPr>
          <a:xfrm xmlns:a="http://schemas.openxmlformats.org/drawingml/2006/main">
            <a:off x="619125" y="2124075"/>
            <a:ext cx="7067550" cy="3333750"/>
          </a:xfrm>
          <a:prstGeom xmlns:a="http://schemas.openxmlformats.org/drawingml/2006/main" prst="rect">
            <a:avLst/>
          </a:prstGeom>
          <a:noFill xmlns:a="http://schemas.openxmlformats.org/drawingml/2006/main"/>
          <a:ln xmlns:a="http://schemas.openxmlformats.org/drawingml/2006/main" w="9525">
            <a:solidFill>
              <a:srgbClr val="D8D3CA"/>
            </a:solidFill>
            <a:prstDash val="solid"/>
          </a:ln>
        </p:spPr>
      </p:sp>
      <p:sp>
        <p:nvSpPr>
          <p:cNvPr id="14" name="">
            <a:extLst xmlns:a="http://schemas.openxmlformats.org/drawingml/2006/main">
              <a:ext uri="{FF2B5EF4-FFF2-40B4-BE49-F238E27FC236}">
                <a16:creationId xmlns:a16="http://schemas.microsoft.com/office/drawing/2014/main" id="{623A337A-3D22-4035-8B9C-6FB8C388E1E6}"/>
              </a:ext>
            </a:extLst>
          </p:cNvPr>
          <p:cNvSpPr>
            <a:spLocks xmlns:a="http://schemas.openxmlformats.org/drawingml/2006/main" noGrp="1"/>
          </p:cNvSpPr>
          <p:nvPr/>
        </p:nvSpPr>
        <p:spPr>
          <a:xfrm xmlns:a="http://schemas.openxmlformats.org/drawingml/2006/main">
            <a:off x="8096250" y="2209800"/>
            <a:ext cx="3286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D95C3D"/>
                </a:solidFill>
              </a:defRPr>
            </a:defPPr>
            <a:lvl1pPr algn="l">
              <a:buNone/>
              <a:defRPr sz="1575" b="1">
                <a:solidFill>
                  <a:srgbClr val="D95C3D"/>
                </a:solidFill>
              </a:defRPr>
            </a:lvl1pPr>
            <a:lvl2pPr algn="l">
              <a:buNone/>
              <a:defRPr sz="1575" b="1">
                <a:solidFill>
                  <a:srgbClr val="D95C3D"/>
                </a:solidFill>
              </a:defRPr>
            </a:lvl2pPr>
            <a:lvl3pPr algn="l">
              <a:buNone/>
              <a:defRPr sz="1575" b="1">
                <a:solidFill>
                  <a:srgbClr val="D95C3D"/>
                </a:solidFill>
              </a:defRPr>
            </a:lvl3pPr>
            <a:lvl4pPr algn="l">
              <a:buNone/>
              <a:defRPr sz="1575" b="1">
                <a:solidFill>
                  <a:srgbClr val="D95C3D"/>
                </a:solidFill>
              </a:defRPr>
            </a:lvl4pPr>
            <a:lvl5pPr algn="l">
              <a:buNone/>
              <a:defRPr sz="1575" b="1">
                <a:solidFill>
                  <a:srgbClr val="D95C3D"/>
                </a:solidFill>
              </a:defRPr>
            </a:lvl5pPr>
            <a:lvl6pPr algn="l">
              <a:buNone/>
              <a:defRPr sz="1575" b="1">
                <a:solidFill>
                  <a:srgbClr val="D95C3D"/>
                </a:solidFill>
              </a:defRPr>
            </a:lvl6pPr>
            <a:lvl7pPr algn="l">
              <a:buNone/>
              <a:defRPr sz="1575" b="1">
                <a:solidFill>
                  <a:srgbClr val="D95C3D"/>
                </a:solidFill>
              </a:defRPr>
            </a:lvl7pPr>
            <a:lvl8pPr algn="l">
              <a:buNone/>
              <a:defRPr sz="1575" b="1">
                <a:solidFill>
                  <a:srgbClr val="D95C3D"/>
                </a:solidFill>
              </a:defRPr>
            </a:lvl8pPr>
            <a:lvl9pPr algn="l">
              <a:buNone/>
              <a:defRPr sz="1575" b="1">
                <a:solidFill>
                  <a:srgbClr val="D95C3D"/>
                </a:solidFill>
              </a:defRPr>
            </a:lvl9pPr>
          </a:lstStyle>
          <a:p xmlns:a="http://schemas.openxmlformats.org/drawingml/2006/main">
            <a:pPr algn="l">
              <a:buNone/>
              <a:defRPr sz="1575" b="1">
                <a:solidFill>
                  <a:srgbClr val="D95C3D"/>
                </a:solidFill>
              </a:defRPr>
            </a:pPr>
            <a:r>
              <a:rPr sz="1575" b="1">
                <a:solidFill>
                  <a:srgbClr val="D95C3D"/>
                </a:solidFill>
              </a:rPr>
              <a:t>What should the scan answer?</a:t>
            </a:r>
          </a:p>
        </p:txBody>
      </p:sp>
      <p:sp>
        <p:nvSpPr>
          <p:cNvPr id="15" name="">
            <a:extLst xmlns:a="http://schemas.openxmlformats.org/drawingml/2006/main">
              <a:ext uri="{FF2B5EF4-FFF2-40B4-BE49-F238E27FC236}">
                <a16:creationId xmlns:a16="http://schemas.microsoft.com/office/drawing/2014/main" id="{5562274F-058D-44DD-B7C8-DD067E68E17A}"/>
              </a:ext>
            </a:extLst>
          </p:cNvPr>
          <p:cNvSpPr>
            <a:spLocks xmlns:a="http://schemas.openxmlformats.org/drawingml/2006/main" noGrp="1"/>
          </p:cNvSpPr>
          <p:nvPr/>
        </p:nvSpPr>
        <p:spPr>
          <a:xfrm xmlns:a="http://schemas.openxmlformats.org/drawingml/2006/main">
            <a:off x="8096250" y="2714625"/>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597A65"/>
                </a:solidFill>
              </a:defRPr>
            </a:defPPr>
            <a:lvl1pPr algn="l">
              <a:buNone/>
              <a:defRPr sz="1200" b="1">
                <a:solidFill>
                  <a:srgbClr val="597A65"/>
                </a:solidFill>
              </a:defRPr>
            </a:lvl1pPr>
            <a:lvl2pPr algn="l">
              <a:buNone/>
              <a:defRPr sz="1200" b="1">
                <a:solidFill>
                  <a:srgbClr val="597A65"/>
                </a:solidFill>
              </a:defRPr>
            </a:lvl2pPr>
            <a:lvl3pPr algn="l">
              <a:buNone/>
              <a:defRPr sz="1200" b="1">
                <a:solidFill>
                  <a:srgbClr val="597A65"/>
                </a:solidFill>
              </a:defRPr>
            </a:lvl3pPr>
            <a:lvl4pPr algn="l">
              <a:buNone/>
              <a:defRPr sz="1200" b="1">
                <a:solidFill>
                  <a:srgbClr val="597A65"/>
                </a:solidFill>
              </a:defRPr>
            </a:lvl4pPr>
            <a:lvl5pPr algn="l">
              <a:buNone/>
              <a:defRPr sz="1200" b="1">
                <a:solidFill>
                  <a:srgbClr val="597A65"/>
                </a:solidFill>
              </a:defRPr>
            </a:lvl5pPr>
            <a:lvl6pPr algn="l">
              <a:buNone/>
              <a:defRPr sz="1200" b="1">
                <a:solidFill>
                  <a:srgbClr val="597A65"/>
                </a:solidFill>
              </a:defRPr>
            </a:lvl6pPr>
            <a:lvl7pPr algn="l">
              <a:buNone/>
              <a:defRPr sz="1200" b="1">
                <a:solidFill>
                  <a:srgbClr val="597A65"/>
                </a:solidFill>
              </a:defRPr>
            </a:lvl7pPr>
            <a:lvl8pPr algn="l">
              <a:buNone/>
              <a:defRPr sz="1200" b="1">
                <a:solidFill>
                  <a:srgbClr val="597A65"/>
                </a:solidFill>
              </a:defRPr>
            </a:lvl8pPr>
            <a:lvl9pPr algn="l">
              <a:buNone/>
              <a:defRPr sz="1200" b="1">
                <a:solidFill>
                  <a:srgbClr val="597A65"/>
                </a:solidFill>
              </a:defRPr>
            </a:lvl9pPr>
          </a:lstStyle>
          <a:p xmlns:a="http://schemas.openxmlformats.org/drawingml/2006/main">
            <a:pPr algn="l">
              <a:buNone/>
              <a:defRPr sz="1200" b="1">
                <a:solidFill>
                  <a:srgbClr val="597A65"/>
                </a:solidFill>
              </a:defRPr>
            </a:pPr>
            <a:r>
              <a:rPr sz="1200" b="1">
                <a:solidFill>
                  <a:srgbClr val="597A65"/>
                </a:solidFill>
              </a:rPr>
              <a:t>Which order is this?</a:t>
            </a:r>
          </a:p>
        </p:txBody>
      </p:sp>
      <p:sp>
        <p:nvSpPr>
          <p:cNvPr id="16" name="">
            <a:extLst xmlns:a="http://schemas.openxmlformats.org/drawingml/2006/main">
              <a:ext uri="{FF2B5EF4-FFF2-40B4-BE49-F238E27FC236}">
                <a16:creationId xmlns:a16="http://schemas.microsoft.com/office/drawing/2014/main" id="{308C3E03-56D5-4AB7-8C92-BD34D0908807}"/>
              </a:ext>
            </a:extLst>
          </p:cNvPr>
          <p:cNvSpPr>
            <a:spLocks xmlns:a="http://schemas.openxmlformats.org/drawingml/2006/main" noGrp="1"/>
          </p:cNvSpPr>
          <p:nvPr/>
        </p:nvSpPr>
        <p:spPr>
          <a:xfrm xmlns:a="http://schemas.openxmlformats.org/drawingml/2006/main">
            <a:off x="8096250" y="2962275"/>
            <a:ext cx="32575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0">
                <a:solidFill>
                  <a:srgbClr val="17211F"/>
                </a:solidFill>
              </a:defRPr>
            </a:defPPr>
            <a:lvl1pPr algn="l">
              <a:buNone/>
              <a:defRPr sz="1125" b="0">
                <a:solidFill>
                  <a:srgbClr val="17211F"/>
                </a:solidFill>
              </a:defRPr>
            </a:lvl1pPr>
            <a:lvl2pPr algn="l">
              <a:buNone/>
              <a:defRPr sz="1125" b="0">
                <a:solidFill>
                  <a:srgbClr val="17211F"/>
                </a:solidFill>
              </a:defRPr>
            </a:lvl2pPr>
            <a:lvl3pPr algn="l">
              <a:buNone/>
              <a:defRPr sz="1125" b="0">
                <a:solidFill>
                  <a:srgbClr val="17211F"/>
                </a:solidFill>
              </a:defRPr>
            </a:lvl3pPr>
            <a:lvl4pPr algn="l">
              <a:buNone/>
              <a:defRPr sz="1125" b="0">
                <a:solidFill>
                  <a:srgbClr val="17211F"/>
                </a:solidFill>
              </a:defRPr>
            </a:lvl4pPr>
            <a:lvl5pPr algn="l">
              <a:buNone/>
              <a:defRPr sz="1125" b="0">
                <a:solidFill>
                  <a:srgbClr val="17211F"/>
                </a:solidFill>
              </a:defRPr>
            </a:lvl5pPr>
            <a:lvl6pPr algn="l">
              <a:buNone/>
              <a:defRPr sz="1125" b="0">
                <a:solidFill>
                  <a:srgbClr val="17211F"/>
                </a:solidFill>
              </a:defRPr>
            </a:lvl6pPr>
            <a:lvl7pPr algn="l">
              <a:buNone/>
              <a:defRPr sz="1125" b="0">
                <a:solidFill>
                  <a:srgbClr val="17211F"/>
                </a:solidFill>
              </a:defRPr>
            </a:lvl7pPr>
            <a:lvl8pPr algn="l">
              <a:buNone/>
              <a:defRPr sz="1125" b="0">
                <a:solidFill>
                  <a:srgbClr val="17211F"/>
                </a:solidFill>
              </a:defRPr>
            </a:lvl8pPr>
            <a:lvl9pPr algn="l">
              <a:buNone/>
              <a:defRPr sz="1125" b="0">
                <a:solidFill>
                  <a:srgbClr val="17211F"/>
                </a:solidFill>
              </a:defRPr>
            </a:lvl9pPr>
          </a:lstStyle>
          <a:p xmlns:a="http://schemas.openxmlformats.org/drawingml/2006/main">
            <a:pPr algn="l">
              <a:buNone/>
              <a:defRPr sz="1125" b="0">
                <a:solidFill>
                  <a:srgbClr val="17211F"/>
                </a:solidFill>
              </a:defRPr>
            </a:pPr>
            <a:r>
              <a:rPr sz="1125" b="0">
                <a:solidFill>
                  <a:srgbClr val="17211F"/>
                </a:solidFill>
              </a:rPr>
              <a:t>FO-01005</a:t>
            </a:r>
          </a:p>
        </p:txBody>
      </p:sp>
      <p:sp>
        <p:nvSpPr>
          <p:cNvPr id="17" name="">
            <a:extLst xmlns:a="http://schemas.openxmlformats.org/drawingml/2006/main">
              <a:ext uri="{FF2B5EF4-FFF2-40B4-BE49-F238E27FC236}">
                <a16:creationId xmlns:a16="http://schemas.microsoft.com/office/drawing/2014/main" id="{5918B8CD-3263-4AA5-94AF-25EFCEB54C1F}"/>
              </a:ext>
            </a:extLst>
          </p:cNvPr>
          <p:cNvSpPr>
            <a:spLocks xmlns:a="http://schemas.openxmlformats.org/drawingml/2006/main" noGrp="1"/>
          </p:cNvSpPr>
          <p:nvPr/>
        </p:nvSpPr>
        <p:spPr>
          <a:xfrm xmlns:a="http://schemas.openxmlformats.org/drawingml/2006/main">
            <a:off x="8096250" y="3276600"/>
            <a:ext cx="3238500" cy="9525"/>
          </a:xfrm>
          <a:prstGeom xmlns:a="http://schemas.openxmlformats.org/drawingml/2006/main" prst="rect">
            <a:avLst/>
          </a:prstGeom>
          <a:solidFill xmlns:a="http://schemas.openxmlformats.org/drawingml/2006/main">
            <a:srgbClr val="D8D3C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C4797C6-1DF0-40D9-9C64-E1AF9ABDD92D}"/>
              </a:ext>
            </a:extLst>
          </p:cNvPr>
          <p:cNvSpPr>
            <a:spLocks xmlns:a="http://schemas.openxmlformats.org/drawingml/2006/main" noGrp="1"/>
          </p:cNvSpPr>
          <p:nvPr/>
        </p:nvSpPr>
        <p:spPr>
          <a:xfrm xmlns:a="http://schemas.openxmlformats.org/drawingml/2006/main">
            <a:off x="8096250" y="337185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597A65"/>
                </a:solidFill>
              </a:defRPr>
            </a:defPPr>
            <a:lvl1pPr algn="l">
              <a:buNone/>
              <a:defRPr sz="1200" b="1">
                <a:solidFill>
                  <a:srgbClr val="597A65"/>
                </a:solidFill>
              </a:defRPr>
            </a:lvl1pPr>
            <a:lvl2pPr algn="l">
              <a:buNone/>
              <a:defRPr sz="1200" b="1">
                <a:solidFill>
                  <a:srgbClr val="597A65"/>
                </a:solidFill>
              </a:defRPr>
            </a:lvl2pPr>
            <a:lvl3pPr algn="l">
              <a:buNone/>
              <a:defRPr sz="1200" b="1">
                <a:solidFill>
                  <a:srgbClr val="597A65"/>
                </a:solidFill>
              </a:defRPr>
            </a:lvl3pPr>
            <a:lvl4pPr algn="l">
              <a:buNone/>
              <a:defRPr sz="1200" b="1">
                <a:solidFill>
                  <a:srgbClr val="597A65"/>
                </a:solidFill>
              </a:defRPr>
            </a:lvl4pPr>
            <a:lvl5pPr algn="l">
              <a:buNone/>
              <a:defRPr sz="1200" b="1">
                <a:solidFill>
                  <a:srgbClr val="597A65"/>
                </a:solidFill>
              </a:defRPr>
            </a:lvl5pPr>
            <a:lvl6pPr algn="l">
              <a:buNone/>
              <a:defRPr sz="1200" b="1">
                <a:solidFill>
                  <a:srgbClr val="597A65"/>
                </a:solidFill>
              </a:defRPr>
            </a:lvl6pPr>
            <a:lvl7pPr algn="l">
              <a:buNone/>
              <a:defRPr sz="1200" b="1">
                <a:solidFill>
                  <a:srgbClr val="597A65"/>
                </a:solidFill>
              </a:defRPr>
            </a:lvl7pPr>
            <a:lvl8pPr algn="l">
              <a:buNone/>
              <a:defRPr sz="1200" b="1">
                <a:solidFill>
                  <a:srgbClr val="597A65"/>
                </a:solidFill>
              </a:defRPr>
            </a:lvl8pPr>
            <a:lvl9pPr algn="l">
              <a:buNone/>
              <a:defRPr sz="1200" b="1">
                <a:solidFill>
                  <a:srgbClr val="597A65"/>
                </a:solidFill>
              </a:defRPr>
            </a:lvl9pPr>
          </a:lstStyle>
          <a:p xmlns:a="http://schemas.openxmlformats.org/drawingml/2006/main">
            <a:pPr algn="l">
              <a:buNone/>
              <a:defRPr sz="1200" b="1">
                <a:solidFill>
                  <a:srgbClr val="597A65"/>
                </a:solidFill>
              </a:defRPr>
            </a:pPr>
            <a:r>
              <a:rPr sz="1200" b="1">
                <a:solidFill>
                  <a:srgbClr val="597A65"/>
                </a:solidFill>
              </a:rPr>
              <a:t>Which batch?</a:t>
            </a:r>
          </a:p>
        </p:txBody>
      </p:sp>
      <p:sp>
        <p:nvSpPr>
          <p:cNvPr id="19" name="">
            <a:extLst xmlns:a="http://schemas.openxmlformats.org/drawingml/2006/main">
              <a:ext uri="{FF2B5EF4-FFF2-40B4-BE49-F238E27FC236}">
                <a16:creationId xmlns:a16="http://schemas.microsoft.com/office/drawing/2014/main" id="{79B51A0C-1206-4653-8316-29E57A60FA74}"/>
              </a:ext>
            </a:extLst>
          </p:cNvPr>
          <p:cNvSpPr>
            <a:spLocks xmlns:a="http://schemas.openxmlformats.org/drawingml/2006/main" noGrp="1"/>
          </p:cNvSpPr>
          <p:nvPr/>
        </p:nvSpPr>
        <p:spPr>
          <a:xfrm xmlns:a="http://schemas.openxmlformats.org/drawingml/2006/main">
            <a:off x="8096250" y="3619500"/>
            <a:ext cx="32575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0">
                <a:solidFill>
                  <a:srgbClr val="17211F"/>
                </a:solidFill>
              </a:defRPr>
            </a:defPPr>
            <a:lvl1pPr algn="l">
              <a:buNone/>
              <a:defRPr sz="1125" b="0">
                <a:solidFill>
                  <a:srgbClr val="17211F"/>
                </a:solidFill>
              </a:defRPr>
            </a:lvl1pPr>
            <a:lvl2pPr algn="l">
              <a:buNone/>
              <a:defRPr sz="1125" b="0">
                <a:solidFill>
                  <a:srgbClr val="17211F"/>
                </a:solidFill>
              </a:defRPr>
            </a:lvl2pPr>
            <a:lvl3pPr algn="l">
              <a:buNone/>
              <a:defRPr sz="1125" b="0">
                <a:solidFill>
                  <a:srgbClr val="17211F"/>
                </a:solidFill>
              </a:defRPr>
            </a:lvl3pPr>
            <a:lvl4pPr algn="l">
              <a:buNone/>
              <a:defRPr sz="1125" b="0">
                <a:solidFill>
                  <a:srgbClr val="17211F"/>
                </a:solidFill>
              </a:defRPr>
            </a:lvl4pPr>
            <a:lvl5pPr algn="l">
              <a:buNone/>
              <a:defRPr sz="1125" b="0">
                <a:solidFill>
                  <a:srgbClr val="17211F"/>
                </a:solidFill>
              </a:defRPr>
            </a:lvl5pPr>
            <a:lvl6pPr algn="l">
              <a:buNone/>
              <a:defRPr sz="1125" b="0">
                <a:solidFill>
                  <a:srgbClr val="17211F"/>
                </a:solidFill>
              </a:defRPr>
            </a:lvl6pPr>
            <a:lvl7pPr algn="l">
              <a:buNone/>
              <a:defRPr sz="1125" b="0">
                <a:solidFill>
                  <a:srgbClr val="17211F"/>
                </a:solidFill>
              </a:defRPr>
            </a:lvl7pPr>
            <a:lvl8pPr algn="l">
              <a:buNone/>
              <a:defRPr sz="1125" b="0">
                <a:solidFill>
                  <a:srgbClr val="17211F"/>
                </a:solidFill>
              </a:defRPr>
            </a:lvl8pPr>
            <a:lvl9pPr algn="l">
              <a:buNone/>
              <a:defRPr sz="1125" b="0">
                <a:solidFill>
                  <a:srgbClr val="17211F"/>
                </a:solidFill>
              </a:defRPr>
            </a:lvl9pPr>
          </a:lstStyle>
          <a:p xmlns:a="http://schemas.openxmlformats.org/drawingml/2006/main">
            <a:pPr algn="l">
              <a:buNone/>
              <a:defRPr sz="1125" b="0">
                <a:solidFill>
                  <a:srgbClr val="17211F"/>
                </a:solidFill>
              </a:defRPr>
            </a:pPr>
            <a:r>
              <a:rPr sz="1125" b="0">
                <a:solidFill>
                  <a:srgbClr val="17211F"/>
                </a:solidFill>
              </a:rPr>
              <a:t>Finished-stock or production batch ID</a:t>
            </a:r>
          </a:p>
        </p:txBody>
      </p:sp>
      <p:sp>
        <p:nvSpPr>
          <p:cNvPr id="20" name="">
            <a:extLst xmlns:a="http://schemas.openxmlformats.org/drawingml/2006/main">
              <a:ext uri="{FF2B5EF4-FFF2-40B4-BE49-F238E27FC236}">
                <a16:creationId xmlns:a16="http://schemas.microsoft.com/office/drawing/2014/main" id="{0EDA1D82-726E-48DD-AF52-E217F4F2A18E}"/>
              </a:ext>
            </a:extLst>
          </p:cNvPr>
          <p:cNvSpPr>
            <a:spLocks xmlns:a="http://schemas.openxmlformats.org/drawingml/2006/main" noGrp="1"/>
          </p:cNvSpPr>
          <p:nvPr/>
        </p:nvSpPr>
        <p:spPr>
          <a:xfrm xmlns:a="http://schemas.openxmlformats.org/drawingml/2006/main">
            <a:off x="8096250" y="3933825"/>
            <a:ext cx="3238500" cy="9525"/>
          </a:xfrm>
          <a:prstGeom xmlns:a="http://schemas.openxmlformats.org/drawingml/2006/main" prst="rect">
            <a:avLst/>
          </a:prstGeom>
          <a:solidFill xmlns:a="http://schemas.openxmlformats.org/drawingml/2006/main">
            <a:srgbClr val="D8D3C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3D2A27C-4051-43E8-95BC-23F9A888AE6E}"/>
              </a:ext>
            </a:extLst>
          </p:cNvPr>
          <p:cNvSpPr>
            <a:spLocks xmlns:a="http://schemas.openxmlformats.org/drawingml/2006/main" noGrp="1"/>
          </p:cNvSpPr>
          <p:nvPr/>
        </p:nvSpPr>
        <p:spPr>
          <a:xfrm xmlns:a="http://schemas.openxmlformats.org/drawingml/2006/main">
            <a:off x="8096250" y="4029075"/>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597A65"/>
                </a:solidFill>
              </a:defRPr>
            </a:defPPr>
            <a:lvl1pPr algn="l">
              <a:buNone/>
              <a:defRPr sz="1200" b="1">
                <a:solidFill>
                  <a:srgbClr val="597A65"/>
                </a:solidFill>
              </a:defRPr>
            </a:lvl1pPr>
            <a:lvl2pPr algn="l">
              <a:buNone/>
              <a:defRPr sz="1200" b="1">
                <a:solidFill>
                  <a:srgbClr val="597A65"/>
                </a:solidFill>
              </a:defRPr>
            </a:lvl2pPr>
            <a:lvl3pPr algn="l">
              <a:buNone/>
              <a:defRPr sz="1200" b="1">
                <a:solidFill>
                  <a:srgbClr val="597A65"/>
                </a:solidFill>
              </a:defRPr>
            </a:lvl3pPr>
            <a:lvl4pPr algn="l">
              <a:buNone/>
              <a:defRPr sz="1200" b="1">
                <a:solidFill>
                  <a:srgbClr val="597A65"/>
                </a:solidFill>
              </a:defRPr>
            </a:lvl4pPr>
            <a:lvl5pPr algn="l">
              <a:buNone/>
              <a:defRPr sz="1200" b="1">
                <a:solidFill>
                  <a:srgbClr val="597A65"/>
                </a:solidFill>
              </a:defRPr>
            </a:lvl5pPr>
            <a:lvl6pPr algn="l">
              <a:buNone/>
              <a:defRPr sz="1200" b="1">
                <a:solidFill>
                  <a:srgbClr val="597A65"/>
                </a:solidFill>
              </a:defRPr>
            </a:lvl6pPr>
            <a:lvl7pPr algn="l">
              <a:buNone/>
              <a:defRPr sz="1200" b="1">
                <a:solidFill>
                  <a:srgbClr val="597A65"/>
                </a:solidFill>
              </a:defRPr>
            </a:lvl7pPr>
            <a:lvl8pPr algn="l">
              <a:buNone/>
              <a:defRPr sz="1200" b="1">
                <a:solidFill>
                  <a:srgbClr val="597A65"/>
                </a:solidFill>
              </a:defRPr>
            </a:lvl8pPr>
            <a:lvl9pPr algn="l">
              <a:buNone/>
              <a:defRPr sz="1200" b="1">
                <a:solidFill>
                  <a:srgbClr val="597A65"/>
                </a:solidFill>
              </a:defRPr>
            </a:lvl9pPr>
          </a:lstStyle>
          <a:p xmlns:a="http://schemas.openxmlformats.org/drawingml/2006/main">
            <a:pPr algn="l">
              <a:buNone/>
              <a:defRPr sz="1200" b="1">
                <a:solidFill>
                  <a:srgbClr val="597A65"/>
                </a:solidFill>
              </a:defRPr>
            </a:pPr>
            <a:r>
              <a:rPr sz="1200" b="1">
                <a:solidFill>
                  <a:srgbClr val="597A65"/>
                </a:solidFill>
              </a:rPr>
              <a:t>Where is it in the process?</a:t>
            </a:r>
          </a:p>
        </p:txBody>
      </p:sp>
      <p:sp>
        <p:nvSpPr>
          <p:cNvPr id="22" name="">
            <a:extLst xmlns:a="http://schemas.openxmlformats.org/drawingml/2006/main">
              <a:ext uri="{FF2B5EF4-FFF2-40B4-BE49-F238E27FC236}">
                <a16:creationId xmlns:a16="http://schemas.microsoft.com/office/drawing/2014/main" id="{DAD624D1-5C2B-4A3F-A057-8E2A6C4AD07C}"/>
              </a:ext>
            </a:extLst>
          </p:cNvPr>
          <p:cNvSpPr>
            <a:spLocks xmlns:a="http://schemas.openxmlformats.org/drawingml/2006/main" noGrp="1"/>
          </p:cNvSpPr>
          <p:nvPr/>
        </p:nvSpPr>
        <p:spPr>
          <a:xfrm xmlns:a="http://schemas.openxmlformats.org/drawingml/2006/main">
            <a:off x="8096250" y="4276725"/>
            <a:ext cx="32575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0">
                <a:solidFill>
                  <a:srgbClr val="17211F"/>
                </a:solidFill>
              </a:defRPr>
            </a:defPPr>
            <a:lvl1pPr algn="l">
              <a:buNone/>
              <a:defRPr sz="1125" b="0">
                <a:solidFill>
                  <a:srgbClr val="17211F"/>
                </a:solidFill>
              </a:defRPr>
            </a:lvl1pPr>
            <a:lvl2pPr algn="l">
              <a:buNone/>
              <a:defRPr sz="1125" b="0">
                <a:solidFill>
                  <a:srgbClr val="17211F"/>
                </a:solidFill>
              </a:defRPr>
            </a:lvl2pPr>
            <a:lvl3pPr algn="l">
              <a:buNone/>
              <a:defRPr sz="1125" b="0">
                <a:solidFill>
                  <a:srgbClr val="17211F"/>
                </a:solidFill>
              </a:defRPr>
            </a:lvl3pPr>
            <a:lvl4pPr algn="l">
              <a:buNone/>
              <a:defRPr sz="1125" b="0">
                <a:solidFill>
                  <a:srgbClr val="17211F"/>
                </a:solidFill>
              </a:defRPr>
            </a:lvl4pPr>
            <a:lvl5pPr algn="l">
              <a:buNone/>
              <a:defRPr sz="1125" b="0">
                <a:solidFill>
                  <a:srgbClr val="17211F"/>
                </a:solidFill>
              </a:defRPr>
            </a:lvl5pPr>
            <a:lvl6pPr algn="l">
              <a:buNone/>
              <a:defRPr sz="1125" b="0">
                <a:solidFill>
                  <a:srgbClr val="17211F"/>
                </a:solidFill>
              </a:defRPr>
            </a:lvl6pPr>
            <a:lvl7pPr algn="l">
              <a:buNone/>
              <a:defRPr sz="1125" b="0">
                <a:solidFill>
                  <a:srgbClr val="17211F"/>
                </a:solidFill>
              </a:defRPr>
            </a:lvl7pPr>
            <a:lvl8pPr algn="l">
              <a:buNone/>
              <a:defRPr sz="1125" b="0">
                <a:solidFill>
                  <a:srgbClr val="17211F"/>
                </a:solidFill>
              </a:defRPr>
            </a:lvl8pPr>
            <a:lvl9pPr algn="l">
              <a:buNone/>
              <a:defRPr sz="1125" b="0">
                <a:solidFill>
                  <a:srgbClr val="17211F"/>
                </a:solidFill>
              </a:defRPr>
            </a:lvl9pPr>
          </a:lstStyle>
          <a:p xmlns:a="http://schemas.openxmlformats.org/drawingml/2006/main">
            <a:pPr algn="l">
              <a:buNone/>
              <a:defRPr sz="1125" b="0">
                <a:solidFill>
                  <a:srgbClr val="17211F"/>
                </a:solidFill>
              </a:defRPr>
            </a:pPr>
            <a:r>
              <a:rPr sz="1125" b="0">
                <a:solidFill>
                  <a:srgbClr val="17211F"/>
                </a:solidFill>
              </a:rPr>
              <a:t>Stage, progress and release status</a:t>
            </a:r>
          </a:p>
        </p:txBody>
      </p:sp>
      <p:sp>
        <p:nvSpPr>
          <p:cNvPr id="23" name="">
            <a:extLst xmlns:a="http://schemas.openxmlformats.org/drawingml/2006/main">
              <a:ext uri="{FF2B5EF4-FFF2-40B4-BE49-F238E27FC236}">
                <a16:creationId xmlns:a16="http://schemas.microsoft.com/office/drawing/2014/main" id="{40C168B7-0042-49F6-8D2C-39410ECB8DEF}"/>
              </a:ext>
            </a:extLst>
          </p:cNvPr>
          <p:cNvSpPr>
            <a:spLocks xmlns:a="http://schemas.openxmlformats.org/drawingml/2006/main" noGrp="1"/>
          </p:cNvSpPr>
          <p:nvPr/>
        </p:nvSpPr>
        <p:spPr>
          <a:xfrm xmlns:a="http://schemas.openxmlformats.org/drawingml/2006/main">
            <a:off x="8096250" y="4591050"/>
            <a:ext cx="3238500" cy="9525"/>
          </a:xfrm>
          <a:prstGeom xmlns:a="http://schemas.openxmlformats.org/drawingml/2006/main" prst="rect">
            <a:avLst/>
          </a:prstGeom>
          <a:solidFill xmlns:a="http://schemas.openxmlformats.org/drawingml/2006/main">
            <a:srgbClr val="D8D3C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5D8AAFE-579C-49A8-9FCC-8FE1FCC4B852}"/>
              </a:ext>
            </a:extLst>
          </p:cNvPr>
          <p:cNvSpPr>
            <a:spLocks xmlns:a="http://schemas.openxmlformats.org/drawingml/2006/main" noGrp="1"/>
          </p:cNvSpPr>
          <p:nvPr/>
        </p:nvSpPr>
        <p:spPr>
          <a:xfrm xmlns:a="http://schemas.openxmlformats.org/drawingml/2006/main">
            <a:off x="8096250" y="468630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597A65"/>
                </a:solidFill>
              </a:defRPr>
            </a:defPPr>
            <a:lvl1pPr algn="l">
              <a:buNone/>
              <a:defRPr sz="1200" b="1">
                <a:solidFill>
                  <a:srgbClr val="597A65"/>
                </a:solidFill>
              </a:defRPr>
            </a:lvl1pPr>
            <a:lvl2pPr algn="l">
              <a:buNone/>
              <a:defRPr sz="1200" b="1">
                <a:solidFill>
                  <a:srgbClr val="597A65"/>
                </a:solidFill>
              </a:defRPr>
            </a:lvl2pPr>
            <a:lvl3pPr algn="l">
              <a:buNone/>
              <a:defRPr sz="1200" b="1">
                <a:solidFill>
                  <a:srgbClr val="597A65"/>
                </a:solidFill>
              </a:defRPr>
            </a:lvl3pPr>
            <a:lvl4pPr algn="l">
              <a:buNone/>
              <a:defRPr sz="1200" b="1">
                <a:solidFill>
                  <a:srgbClr val="597A65"/>
                </a:solidFill>
              </a:defRPr>
            </a:lvl4pPr>
            <a:lvl5pPr algn="l">
              <a:buNone/>
              <a:defRPr sz="1200" b="1">
                <a:solidFill>
                  <a:srgbClr val="597A65"/>
                </a:solidFill>
              </a:defRPr>
            </a:lvl5pPr>
            <a:lvl6pPr algn="l">
              <a:buNone/>
              <a:defRPr sz="1200" b="1">
                <a:solidFill>
                  <a:srgbClr val="597A65"/>
                </a:solidFill>
              </a:defRPr>
            </a:lvl6pPr>
            <a:lvl7pPr algn="l">
              <a:buNone/>
              <a:defRPr sz="1200" b="1">
                <a:solidFill>
                  <a:srgbClr val="597A65"/>
                </a:solidFill>
              </a:defRPr>
            </a:lvl7pPr>
            <a:lvl8pPr algn="l">
              <a:buNone/>
              <a:defRPr sz="1200" b="1">
                <a:solidFill>
                  <a:srgbClr val="597A65"/>
                </a:solidFill>
              </a:defRPr>
            </a:lvl8pPr>
            <a:lvl9pPr algn="l">
              <a:buNone/>
              <a:defRPr sz="1200" b="1">
                <a:solidFill>
                  <a:srgbClr val="597A65"/>
                </a:solidFill>
              </a:defRPr>
            </a:lvl9pPr>
          </a:lstStyle>
          <a:p xmlns:a="http://schemas.openxmlformats.org/drawingml/2006/main">
            <a:pPr algn="l">
              <a:buNone/>
              <a:defRPr sz="1200" b="1">
                <a:solidFill>
                  <a:srgbClr val="597A65"/>
                </a:solidFill>
              </a:defRPr>
            </a:pPr>
            <a:r>
              <a:rPr sz="1200" b="1">
                <a:solidFill>
                  <a:srgbClr val="597A65"/>
                </a:solidFill>
              </a:rPr>
              <a:t>Why is it on hold?</a:t>
            </a:r>
          </a:p>
        </p:txBody>
      </p:sp>
      <p:sp>
        <p:nvSpPr>
          <p:cNvPr id="25" name="">
            <a:extLst xmlns:a="http://schemas.openxmlformats.org/drawingml/2006/main">
              <a:ext uri="{FF2B5EF4-FFF2-40B4-BE49-F238E27FC236}">
                <a16:creationId xmlns:a16="http://schemas.microsoft.com/office/drawing/2014/main" id="{113C868A-5E23-4A02-B12D-E7EF30DD1679}"/>
              </a:ext>
            </a:extLst>
          </p:cNvPr>
          <p:cNvSpPr>
            <a:spLocks xmlns:a="http://schemas.openxmlformats.org/drawingml/2006/main" noGrp="1"/>
          </p:cNvSpPr>
          <p:nvPr/>
        </p:nvSpPr>
        <p:spPr>
          <a:xfrm xmlns:a="http://schemas.openxmlformats.org/drawingml/2006/main">
            <a:off x="8096250" y="4933950"/>
            <a:ext cx="32575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0">
                <a:solidFill>
                  <a:srgbClr val="17211F"/>
                </a:solidFill>
              </a:defRPr>
            </a:defPPr>
            <a:lvl1pPr algn="l">
              <a:buNone/>
              <a:defRPr sz="1125" b="0">
                <a:solidFill>
                  <a:srgbClr val="17211F"/>
                </a:solidFill>
              </a:defRPr>
            </a:lvl1pPr>
            <a:lvl2pPr algn="l">
              <a:buNone/>
              <a:defRPr sz="1125" b="0">
                <a:solidFill>
                  <a:srgbClr val="17211F"/>
                </a:solidFill>
              </a:defRPr>
            </a:lvl2pPr>
            <a:lvl3pPr algn="l">
              <a:buNone/>
              <a:defRPr sz="1125" b="0">
                <a:solidFill>
                  <a:srgbClr val="17211F"/>
                </a:solidFill>
              </a:defRPr>
            </a:lvl3pPr>
            <a:lvl4pPr algn="l">
              <a:buNone/>
              <a:defRPr sz="1125" b="0">
                <a:solidFill>
                  <a:srgbClr val="17211F"/>
                </a:solidFill>
              </a:defRPr>
            </a:lvl4pPr>
            <a:lvl5pPr algn="l">
              <a:buNone/>
              <a:defRPr sz="1125" b="0">
                <a:solidFill>
                  <a:srgbClr val="17211F"/>
                </a:solidFill>
              </a:defRPr>
            </a:lvl5pPr>
            <a:lvl6pPr algn="l">
              <a:buNone/>
              <a:defRPr sz="1125" b="0">
                <a:solidFill>
                  <a:srgbClr val="17211F"/>
                </a:solidFill>
              </a:defRPr>
            </a:lvl6pPr>
            <a:lvl7pPr algn="l">
              <a:buNone/>
              <a:defRPr sz="1125" b="0">
                <a:solidFill>
                  <a:srgbClr val="17211F"/>
                </a:solidFill>
              </a:defRPr>
            </a:lvl7pPr>
            <a:lvl8pPr algn="l">
              <a:buNone/>
              <a:defRPr sz="1125" b="0">
                <a:solidFill>
                  <a:srgbClr val="17211F"/>
                </a:solidFill>
              </a:defRPr>
            </a:lvl8pPr>
            <a:lvl9pPr algn="l">
              <a:buNone/>
              <a:defRPr sz="1125" b="0">
                <a:solidFill>
                  <a:srgbClr val="17211F"/>
                </a:solidFill>
              </a:defRPr>
            </a:lvl9pPr>
          </a:lstStyle>
          <a:p xmlns:a="http://schemas.openxmlformats.org/drawingml/2006/main">
            <a:pPr algn="l">
              <a:buNone/>
              <a:defRPr sz="1125" b="0">
                <a:solidFill>
                  <a:srgbClr val="17211F"/>
                </a:solidFill>
              </a:defRPr>
            </a:pPr>
            <a:r>
              <a:rPr sz="1125" b="0">
                <a:solidFill>
                  <a:srgbClr val="17211F"/>
                </a:solidFill>
              </a:rPr>
              <a:t>Inspection result, measurement and next action</a:t>
            </a:r>
          </a:p>
        </p:txBody>
      </p:sp>
      <p:sp>
        <p:nvSpPr>
          <p:cNvPr id="26" name="">
            <a:extLst xmlns:a="http://schemas.openxmlformats.org/drawingml/2006/main">
              <a:ext uri="{FF2B5EF4-FFF2-40B4-BE49-F238E27FC236}">
                <a16:creationId xmlns:a16="http://schemas.microsoft.com/office/drawing/2014/main" id="{B568FF5B-D047-462B-BEE3-45BD2208975B}"/>
              </a:ext>
            </a:extLst>
          </p:cNvPr>
          <p:cNvSpPr>
            <a:spLocks xmlns:a="http://schemas.openxmlformats.org/drawingml/2006/main" noGrp="1"/>
          </p:cNvSpPr>
          <p:nvPr/>
        </p:nvSpPr>
        <p:spPr>
          <a:xfrm xmlns:a="http://schemas.openxmlformats.org/drawingml/2006/main">
            <a:off x="8096250" y="5248275"/>
            <a:ext cx="3238500" cy="9525"/>
          </a:xfrm>
          <a:prstGeom xmlns:a="http://schemas.openxmlformats.org/drawingml/2006/main" prst="rect">
            <a:avLst/>
          </a:prstGeom>
          <a:solidFill xmlns:a="http://schemas.openxmlformats.org/drawingml/2006/main">
            <a:srgbClr val="D8D3CA"/>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6CEA20B4-4CD6-4552-8DB5-AFB1CA9A9F54}"/>
              </a:ext>
            </a:extLst>
          </p:cNvPr>
          <p:cNvSpPr>
            <a:spLocks xmlns:a="http://schemas.openxmlformats.org/drawingml/2006/main" noGrp="1"/>
          </p:cNvSpPr>
          <p:nvPr/>
        </p:nvSpPr>
        <p:spPr>
          <a:xfrm xmlns:a="http://schemas.openxmlformats.org/drawingml/2006/main">
            <a:off x="8096250" y="5438775"/>
            <a:ext cx="3276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0">
                <a:solidFill>
                  <a:srgbClr val="596560"/>
                </a:solidFill>
              </a:defRPr>
            </a:defPPr>
            <a:lvl1pPr algn="l">
              <a:buNone/>
              <a:defRPr sz="1050" b="0">
                <a:solidFill>
                  <a:srgbClr val="596560"/>
                </a:solidFill>
              </a:defRPr>
            </a:lvl1pPr>
            <a:lvl2pPr algn="l">
              <a:buNone/>
              <a:defRPr sz="1050" b="0">
                <a:solidFill>
                  <a:srgbClr val="596560"/>
                </a:solidFill>
              </a:defRPr>
            </a:lvl2pPr>
            <a:lvl3pPr algn="l">
              <a:buNone/>
              <a:defRPr sz="1050" b="0">
                <a:solidFill>
                  <a:srgbClr val="596560"/>
                </a:solidFill>
              </a:defRPr>
            </a:lvl3pPr>
            <a:lvl4pPr algn="l">
              <a:buNone/>
              <a:defRPr sz="1050" b="0">
                <a:solidFill>
                  <a:srgbClr val="596560"/>
                </a:solidFill>
              </a:defRPr>
            </a:lvl4pPr>
            <a:lvl5pPr algn="l">
              <a:buNone/>
              <a:defRPr sz="1050" b="0">
                <a:solidFill>
                  <a:srgbClr val="596560"/>
                </a:solidFill>
              </a:defRPr>
            </a:lvl5pPr>
            <a:lvl6pPr algn="l">
              <a:buNone/>
              <a:defRPr sz="1050" b="0">
                <a:solidFill>
                  <a:srgbClr val="596560"/>
                </a:solidFill>
              </a:defRPr>
            </a:lvl6pPr>
            <a:lvl7pPr algn="l">
              <a:buNone/>
              <a:defRPr sz="1050" b="0">
                <a:solidFill>
                  <a:srgbClr val="596560"/>
                </a:solidFill>
              </a:defRPr>
            </a:lvl7pPr>
            <a:lvl8pPr algn="l">
              <a:buNone/>
              <a:defRPr sz="1050" b="0">
                <a:solidFill>
                  <a:srgbClr val="596560"/>
                </a:solidFill>
              </a:defRPr>
            </a:lvl8pPr>
            <a:lvl9pPr algn="l">
              <a:buNone/>
              <a:defRPr sz="1050" b="0">
                <a:solidFill>
                  <a:srgbClr val="596560"/>
                </a:solidFill>
              </a:defRPr>
            </a:lvl9pPr>
          </a:lstStyle>
          <a:p xmlns:a="http://schemas.openxmlformats.org/drawingml/2006/main">
            <a:pPr algn="l">
              <a:buNone/>
              <a:defRPr sz="1050" b="0">
                <a:solidFill>
                  <a:srgbClr val="596560"/>
                </a:solidFill>
              </a:defRPr>
            </a:pPr>
            <a:r>
              <a:rPr sz="1050" b="0">
                <a:solidFill>
                  <a:srgbClr val="596560"/>
                </a:solidFill>
              </a:rPr>
              <a:t>Screenshot shows search and batch records. Demonstrate the QR scan live in the video.</a:t>
            </a:r>
          </a:p>
        </p:txBody>
      </p:sp>
    </p:spTree>
    <p:extLst>
      <p:ext uri="{BB962C8B-B14F-4D97-AF65-F5344CB8AC3E}">
        <p14:creationId xmlns:p14="http://schemas.microsoft.com/office/powerpoint/2010/main" val="344680663"/>
      </p:ext>
    </p:extLst>
  </p:cSld>
</p:sld>
</file>

<file path=ppt/slides/slide7.xml><?xml version="1.0" encoding="utf-8"?>
<p:sld xmlns:p="http://schemas.openxmlformats.org/presentationml/2006/main">
  <p:cSld>
    <p:bg>
      <p:bgPr>
        <a:solidFill xmlns:a="http://schemas.openxmlformats.org/drawingml/2006/main">
          <a:srgbClr val="F3F0E9"/>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82CEE664-A1AB-4355-8C44-93AE76D1DC8B}"/>
              </a:ext>
            </a:extLst>
          </p:cNvPr>
          <p:cNvSpPr>
            <a:spLocks xmlns:a="http://schemas.openxmlformats.org/drawingml/2006/main" noGrp="1"/>
          </p:cNvSpPr>
          <p:nvPr/>
        </p:nvSpPr>
        <p:spPr>
          <a:xfrm xmlns:a="http://schemas.openxmlformats.org/drawingml/2006/main">
            <a:off x="0" y="0"/>
            <a:ext cx="12192000" cy="495300"/>
          </a:xfrm>
          <a:prstGeom xmlns:a="http://schemas.openxmlformats.org/drawingml/2006/main" prst="rect">
            <a:avLst/>
          </a:prstGeom>
          <a:solidFill xmlns:a="http://schemas.openxmlformats.org/drawingml/2006/main">
            <a:srgbClr val="1721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143EBE6-1537-45DD-A0FA-ECB1A37A8BF1}"/>
              </a:ext>
            </a:extLst>
          </p:cNvPr>
          <p:cNvSpPr>
            <a:spLocks xmlns:a="http://schemas.openxmlformats.org/drawingml/2006/main" noGrp="1"/>
          </p:cNvSpPr>
          <p:nvPr/>
        </p:nvSpPr>
        <p:spPr>
          <a:xfrm xmlns:a="http://schemas.openxmlformats.org/drawingml/2006/main">
            <a:off x="304800" y="114300"/>
            <a:ext cx="247650" cy="257175"/>
          </a:xfrm>
          <a:prstGeom xmlns:a="http://schemas.openxmlformats.org/drawingml/2006/main" prst="roundRect">
            <a:avLst>
              <a:gd name="adj" fmla="val 30769"/>
            </a:avLst>
          </a:prstGeom>
          <a:solidFill xmlns:a="http://schemas.openxmlformats.org/drawingml/2006/main">
            <a:srgbClr val="D95C3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A7CB737-87E4-43E6-BDEC-19753920045C}"/>
              </a:ext>
            </a:extLst>
          </p:cNvPr>
          <p:cNvSpPr>
            <a:spLocks xmlns:a="http://schemas.openxmlformats.org/drawingml/2006/main" noGrp="1"/>
          </p:cNvSpPr>
          <p:nvPr/>
        </p:nvSpPr>
        <p:spPr>
          <a:xfrm xmlns:a="http://schemas.openxmlformats.org/drawingml/2006/main">
            <a:off x="304800" y="104775"/>
            <a:ext cx="247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1">
                <a:solidFill>
                  <a:srgbClr val="FFFFFF"/>
                </a:solidFill>
              </a:defRPr>
            </a:defPPr>
            <a:lvl1pPr algn="ctr">
              <a:buNone/>
              <a:defRPr sz="1275" b="1">
                <a:solidFill>
                  <a:srgbClr val="FFFFFF"/>
                </a:solidFill>
              </a:defRPr>
            </a:lvl1pPr>
            <a:lvl2pPr algn="ctr">
              <a:buNone/>
              <a:defRPr sz="1275" b="1">
                <a:solidFill>
                  <a:srgbClr val="FFFFFF"/>
                </a:solidFill>
              </a:defRPr>
            </a:lvl2pPr>
            <a:lvl3pPr algn="ctr">
              <a:buNone/>
              <a:defRPr sz="1275" b="1">
                <a:solidFill>
                  <a:srgbClr val="FFFFFF"/>
                </a:solidFill>
              </a:defRPr>
            </a:lvl3pPr>
            <a:lvl4pPr algn="ctr">
              <a:buNone/>
              <a:defRPr sz="1275" b="1">
                <a:solidFill>
                  <a:srgbClr val="FFFFFF"/>
                </a:solidFill>
              </a:defRPr>
            </a:lvl4pPr>
            <a:lvl5pPr algn="ctr">
              <a:buNone/>
              <a:defRPr sz="1275" b="1">
                <a:solidFill>
                  <a:srgbClr val="FFFFFF"/>
                </a:solidFill>
              </a:defRPr>
            </a:lvl5pPr>
            <a:lvl6pPr algn="ctr">
              <a:buNone/>
              <a:defRPr sz="1275" b="1">
                <a:solidFill>
                  <a:srgbClr val="FFFFFF"/>
                </a:solidFill>
              </a:defRPr>
            </a:lvl6pPr>
            <a:lvl7pPr algn="ctr">
              <a:buNone/>
              <a:defRPr sz="1275" b="1">
                <a:solidFill>
                  <a:srgbClr val="FFFFFF"/>
                </a:solidFill>
              </a:defRPr>
            </a:lvl7pPr>
            <a:lvl8pPr algn="ctr">
              <a:buNone/>
              <a:defRPr sz="1275" b="1">
                <a:solidFill>
                  <a:srgbClr val="FFFFFF"/>
                </a:solidFill>
              </a:defRPr>
            </a:lvl8pPr>
            <a:lvl9pPr algn="ctr">
              <a:buNone/>
              <a:defRPr sz="1275" b="1">
                <a:solidFill>
                  <a:srgbClr val="FFFFFF"/>
                </a:solidFill>
              </a:defRPr>
            </a:lvl9pPr>
          </a:lstStyle>
          <a:p xmlns:a="http://schemas.openxmlformats.org/drawingml/2006/main">
            <a:pPr algn="ctr">
              <a:buNone/>
              <a:defRPr sz="1275" b="1">
                <a:solidFill>
                  <a:srgbClr val="FFFFFF"/>
                </a:solidFill>
              </a:defRPr>
            </a:pPr>
            <a:r>
              <a:rPr sz="1275" b="1">
                <a:solidFill>
                  <a:srgbClr val="FFFFFF"/>
                </a:solidFill>
              </a:rPr>
              <a:t>F</a:t>
            </a:r>
          </a:p>
        </p:txBody>
      </p:sp>
      <p:sp>
        <p:nvSpPr>
          <p:cNvPr id="4" name="">
            <a:extLst xmlns:a="http://schemas.openxmlformats.org/drawingml/2006/main">
              <a:ext uri="{FF2B5EF4-FFF2-40B4-BE49-F238E27FC236}">
                <a16:creationId xmlns:a16="http://schemas.microsoft.com/office/drawing/2014/main" id="{03C0E83C-4AF2-4E6B-92EE-2CCFE85E37A5}"/>
              </a:ext>
            </a:extLst>
          </p:cNvPr>
          <p:cNvSpPr>
            <a:spLocks xmlns:a="http://schemas.openxmlformats.org/drawingml/2006/main" noGrp="1"/>
          </p:cNvSpPr>
          <p:nvPr/>
        </p:nvSpPr>
        <p:spPr>
          <a:xfrm xmlns:a="http://schemas.openxmlformats.org/drawingml/2006/main">
            <a:off x="676275" y="95250"/>
            <a:ext cx="1714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FFFFFF"/>
                </a:solidFill>
              </a:defRPr>
            </a:defPPr>
            <a:lvl1pPr algn="l">
              <a:buNone/>
              <a:defRPr sz="1425" b="1">
                <a:solidFill>
                  <a:srgbClr val="FFFFFF"/>
                </a:solidFill>
              </a:defRPr>
            </a:lvl1pPr>
            <a:lvl2pPr algn="l">
              <a:buNone/>
              <a:defRPr sz="1425" b="1">
                <a:solidFill>
                  <a:srgbClr val="FFFFFF"/>
                </a:solidFill>
              </a:defRPr>
            </a:lvl2pPr>
            <a:lvl3pPr algn="l">
              <a:buNone/>
              <a:defRPr sz="1425" b="1">
                <a:solidFill>
                  <a:srgbClr val="FFFFFF"/>
                </a:solidFill>
              </a:defRPr>
            </a:lvl3pPr>
            <a:lvl4pPr algn="l">
              <a:buNone/>
              <a:defRPr sz="1425" b="1">
                <a:solidFill>
                  <a:srgbClr val="FFFFFF"/>
                </a:solidFill>
              </a:defRPr>
            </a:lvl4pPr>
            <a:lvl5pPr algn="l">
              <a:buNone/>
              <a:defRPr sz="1425" b="1">
                <a:solidFill>
                  <a:srgbClr val="FFFFFF"/>
                </a:solidFill>
              </a:defRPr>
            </a:lvl5pPr>
            <a:lvl6pPr algn="l">
              <a:buNone/>
              <a:defRPr sz="1425" b="1">
                <a:solidFill>
                  <a:srgbClr val="FFFFFF"/>
                </a:solidFill>
              </a:defRPr>
            </a:lvl6pPr>
            <a:lvl7pPr algn="l">
              <a:buNone/>
              <a:defRPr sz="1425" b="1">
                <a:solidFill>
                  <a:srgbClr val="FFFFFF"/>
                </a:solidFill>
              </a:defRPr>
            </a:lvl7pPr>
            <a:lvl8pPr algn="l">
              <a:buNone/>
              <a:defRPr sz="1425" b="1">
                <a:solidFill>
                  <a:srgbClr val="FFFFFF"/>
                </a:solidFill>
              </a:defRPr>
            </a:lvl8pPr>
            <a:lvl9pPr algn="l">
              <a:buNone/>
              <a:defRPr sz="1425" b="1">
                <a:solidFill>
                  <a:srgbClr val="FFFFFF"/>
                </a:solidFill>
              </a:defRPr>
            </a:lvl9pPr>
          </a:lstStyle>
          <a:p xmlns:a="http://schemas.openxmlformats.org/drawingml/2006/main">
            <a:pPr algn="l">
              <a:buNone/>
              <a:defRPr sz="1425" b="1">
                <a:solidFill>
                  <a:srgbClr val="FFFFFF"/>
                </a:solidFill>
              </a:defRPr>
            </a:pPr>
            <a:r>
              <a:rPr sz="1425" b="1">
                <a:solidFill>
                  <a:srgbClr val="FFFFFF"/>
                </a:solidFill>
              </a:rPr>
              <a:t>ForgeFlow</a:t>
            </a:r>
          </a:p>
        </p:txBody>
      </p:sp>
      <p:sp>
        <p:nvSpPr>
          <p:cNvPr id="5" name="">
            <a:extLst xmlns:a="http://schemas.openxmlformats.org/drawingml/2006/main">
              <a:ext uri="{FF2B5EF4-FFF2-40B4-BE49-F238E27FC236}">
                <a16:creationId xmlns:a16="http://schemas.microsoft.com/office/drawing/2014/main" id="{F3E9FFB2-43A1-45F1-B2E5-6E245748E2EA}"/>
              </a:ext>
            </a:extLst>
          </p:cNvPr>
          <p:cNvSpPr>
            <a:spLocks xmlns:a="http://schemas.openxmlformats.org/drawingml/2006/main" noGrp="1"/>
          </p:cNvSpPr>
          <p:nvPr/>
        </p:nvSpPr>
        <p:spPr>
          <a:xfrm xmlns:a="http://schemas.openxmlformats.org/drawingml/2006/main">
            <a:off x="8953500" y="104775"/>
            <a:ext cx="2714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DFE5DF"/>
                </a:solidFill>
              </a:defRPr>
            </a:defPPr>
            <a:lvl1pPr algn="r">
              <a:buNone/>
              <a:defRPr sz="975" b="1">
                <a:solidFill>
                  <a:srgbClr val="DFE5DF"/>
                </a:solidFill>
              </a:defRPr>
            </a:lvl1pPr>
            <a:lvl2pPr algn="r">
              <a:buNone/>
              <a:defRPr sz="975" b="1">
                <a:solidFill>
                  <a:srgbClr val="DFE5DF"/>
                </a:solidFill>
              </a:defRPr>
            </a:lvl2pPr>
            <a:lvl3pPr algn="r">
              <a:buNone/>
              <a:defRPr sz="975" b="1">
                <a:solidFill>
                  <a:srgbClr val="DFE5DF"/>
                </a:solidFill>
              </a:defRPr>
            </a:lvl3pPr>
            <a:lvl4pPr algn="r">
              <a:buNone/>
              <a:defRPr sz="975" b="1">
                <a:solidFill>
                  <a:srgbClr val="DFE5DF"/>
                </a:solidFill>
              </a:defRPr>
            </a:lvl4pPr>
            <a:lvl5pPr algn="r">
              <a:buNone/>
              <a:defRPr sz="975" b="1">
                <a:solidFill>
                  <a:srgbClr val="DFE5DF"/>
                </a:solidFill>
              </a:defRPr>
            </a:lvl5pPr>
            <a:lvl6pPr algn="r">
              <a:buNone/>
              <a:defRPr sz="975" b="1">
                <a:solidFill>
                  <a:srgbClr val="DFE5DF"/>
                </a:solidFill>
              </a:defRPr>
            </a:lvl6pPr>
            <a:lvl7pPr algn="r">
              <a:buNone/>
              <a:defRPr sz="975" b="1">
                <a:solidFill>
                  <a:srgbClr val="DFE5DF"/>
                </a:solidFill>
              </a:defRPr>
            </a:lvl7pPr>
            <a:lvl8pPr algn="r">
              <a:buNone/>
              <a:defRPr sz="975" b="1">
                <a:solidFill>
                  <a:srgbClr val="DFE5DF"/>
                </a:solidFill>
              </a:defRPr>
            </a:lvl8pPr>
            <a:lvl9pPr algn="r">
              <a:buNone/>
              <a:defRPr sz="975" b="1">
                <a:solidFill>
                  <a:srgbClr val="DFE5DF"/>
                </a:solidFill>
              </a:defRPr>
            </a:lvl9pPr>
          </a:lstStyle>
          <a:p xmlns:a="http://schemas.openxmlformats.org/drawingml/2006/main">
            <a:pPr algn="r">
              <a:buNone/>
              <a:defRPr sz="975" b="1">
                <a:solidFill>
                  <a:srgbClr val="DFE5DF"/>
                </a:solidFill>
              </a:defRPr>
            </a:pPr>
            <a:r>
              <a:rPr sz="975" b="1">
                <a:solidFill>
                  <a:srgbClr val="DFE5DF"/>
                </a:solidFill>
              </a:rPr>
              <a:t>SDC HACKATHON 2026</a:t>
            </a:r>
          </a:p>
        </p:txBody>
      </p:sp>
      <p:sp>
        <p:nvSpPr>
          <p:cNvPr id="6" name="">
            <a:extLst xmlns:a="http://schemas.openxmlformats.org/drawingml/2006/main">
              <a:ext uri="{FF2B5EF4-FFF2-40B4-BE49-F238E27FC236}">
                <a16:creationId xmlns:a16="http://schemas.microsoft.com/office/drawing/2014/main" id="{7ECF2FB0-83AE-4C20-98DE-3F8507025CE3}"/>
              </a:ext>
            </a:extLst>
          </p:cNvPr>
          <p:cNvSpPr>
            <a:spLocks xmlns:a="http://schemas.openxmlformats.org/drawingml/2006/main" noGrp="1"/>
          </p:cNvSpPr>
          <p:nvPr/>
        </p:nvSpPr>
        <p:spPr>
          <a:xfrm xmlns:a="http://schemas.openxmlformats.org/drawingml/2006/main">
            <a:off x="666750" y="7048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D95C3D"/>
                </a:solidFill>
              </a:defRPr>
            </a:defPPr>
            <a:lvl1pPr algn="l">
              <a:buNone/>
              <a:defRPr sz="975" b="1">
                <a:solidFill>
                  <a:srgbClr val="D95C3D"/>
                </a:solidFill>
              </a:defRPr>
            </a:lvl1pPr>
            <a:lvl2pPr algn="l">
              <a:buNone/>
              <a:defRPr sz="975" b="1">
                <a:solidFill>
                  <a:srgbClr val="D95C3D"/>
                </a:solidFill>
              </a:defRPr>
            </a:lvl2pPr>
            <a:lvl3pPr algn="l">
              <a:buNone/>
              <a:defRPr sz="975" b="1">
                <a:solidFill>
                  <a:srgbClr val="D95C3D"/>
                </a:solidFill>
              </a:defRPr>
            </a:lvl3pPr>
            <a:lvl4pPr algn="l">
              <a:buNone/>
              <a:defRPr sz="975" b="1">
                <a:solidFill>
                  <a:srgbClr val="D95C3D"/>
                </a:solidFill>
              </a:defRPr>
            </a:lvl4pPr>
            <a:lvl5pPr algn="l">
              <a:buNone/>
              <a:defRPr sz="975" b="1">
                <a:solidFill>
                  <a:srgbClr val="D95C3D"/>
                </a:solidFill>
              </a:defRPr>
            </a:lvl5pPr>
            <a:lvl6pPr algn="l">
              <a:buNone/>
              <a:defRPr sz="975" b="1">
                <a:solidFill>
                  <a:srgbClr val="D95C3D"/>
                </a:solidFill>
              </a:defRPr>
            </a:lvl6pPr>
            <a:lvl7pPr algn="l">
              <a:buNone/>
              <a:defRPr sz="975" b="1">
                <a:solidFill>
                  <a:srgbClr val="D95C3D"/>
                </a:solidFill>
              </a:defRPr>
            </a:lvl7pPr>
            <a:lvl8pPr algn="l">
              <a:buNone/>
              <a:defRPr sz="975" b="1">
                <a:solidFill>
                  <a:srgbClr val="D95C3D"/>
                </a:solidFill>
              </a:defRPr>
            </a:lvl8pPr>
            <a:lvl9pPr algn="l">
              <a:buNone/>
              <a:defRPr sz="975" b="1">
                <a:solidFill>
                  <a:srgbClr val="D95C3D"/>
                </a:solidFill>
              </a:defRPr>
            </a:lvl9pPr>
          </a:lstStyle>
          <a:p xmlns:a="http://schemas.openxmlformats.org/drawingml/2006/main">
            <a:pPr algn="l">
              <a:buNone/>
              <a:defRPr sz="975" b="1">
                <a:solidFill>
                  <a:srgbClr val="D95C3D"/>
                </a:solidFill>
              </a:defRPr>
            </a:pPr>
            <a:r>
              <a:rPr sz="975" b="1">
                <a:solidFill>
                  <a:srgbClr val="D95C3D"/>
                </a:solidFill>
              </a:rPr>
              <a:t>05 · SHARED VISIBILITY</a:t>
            </a:r>
          </a:p>
        </p:txBody>
      </p:sp>
      <p:sp>
        <p:nvSpPr>
          <p:cNvPr id="7" name="">
            <a:extLst xmlns:a="http://schemas.openxmlformats.org/drawingml/2006/main">
              <a:ext uri="{FF2B5EF4-FFF2-40B4-BE49-F238E27FC236}">
                <a16:creationId xmlns:a16="http://schemas.microsoft.com/office/drawing/2014/main" id="{32DD9499-F49D-40B8-A252-6D2ACA5AEFF3}"/>
              </a:ext>
            </a:extLst>
          </p:cNvPr>
          <p:cNvSpPr>
            <a:spLocks xmlns:a="http://schemas.openxmlformats.org/drawingml/2006/main" noGrp="1"/>
          </p:cNvSpPr>
          <p:nvPr/>
        </p:nvSpPr>
        <p:spPr>
          <a:xfrm xmlns:a="http://schemas.openxmlformats.org/drawingml/2006/main">
            <a:off x="647700" y="1000125"/>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17211F"/>
                </a:solidFill>
              </a:defRPr>
            </a:defPPr>
            <a:lvl1pPr algn="l">
              <a:buNone/>
              <a:defRPr sz="2550" b="1">
                <a:solidFill>
                  <a:srgbClr val="17211F"/>
                </a:solidFill>
              </a:defRPr>
            </a:lvl1pPr>
            <a:lvl2pPr algn="l">
              <a:buNone/>
              <a:defRPr sz="2550" b="1">
                <a:solidFill>
                  <a:srgbClr val="17211F"/>
                </a:solidFill>
              </a:defRPr>
            </a:lvl2pPr>
            <a:lvl3pPr algn="l">
              <a:buNone/>
              <a:defRPr sz="2550" b="1">
                <a:solidFill>
                  <a:srgbClr val="17211F"/>
                </a:solidFill>
              </a:defRPr>
            </a:lvl3pPr>
            <a:lvl4pPr algn="l">
              <a:buNone/>
              <a:defRPr sz="2550" b="1">
                <a:solidFill>
                  <a:srgbClr val="17211F"/>
                </a:solidFill>
              </a:defRPr>
            </a:lvl4pPr>
            <a:lvl5pPr algn="l">
              <a:buNone/>
              <a:defRPr sz="2550" b="1">
                <a:solidFill>
                  <a:srgbClr val="17211F"/>
                </a:solidFill>
              </a:defRPr>
            </a:lvl5pPr>
            <a:lvl6pPr algn="l">
              <a:buNone/>
              <a:defRPr sz="2550" b="1">
                <a:solidFill>
                  <a:srgbClr val="17211F"/>
                </a:solidFill>
              </a:defRPr>
            </a:lvl6pPr>
            <a:lvl7pPr algn="l">
              <a:buNone/>
              <a:defRPr sz="2550" b="1">
                <a:solidFill>
                  <a:srgbClr val="17211F"/>
                </a:solidFill>
              </a:defRPr>
            </a:lvl7pPr>
            <a:lvl8pPr algn="l">
              <a:buNone/>
              <a:defRPr sz="2550" b="1">
                <a:solidFill>
                  <a:srgbClr val="17211F"/>
                </a:solidFill>
              </a:defRPr>
            </a:lvl8pPr>
            <a:lvl9pPr algn="l">
              <a:buNone/>
              <a:defRPr sz="2550" b="1">
                <a:solidFill>
                  <a:srgbClr val="17211F"/>
                </a:solidFill>
              </a:defRPr>
            </a:lvl9pPr>
          </a:lstStyle>
          <a:p xmlns:a="http://schemas.openxmlformats.org/drawingml/2006/main">
            <a:pPr algn="l">
              <a:buNone/>
              <a:defRPr sz="2550" b="1">
                <a:solidFill>
                  <a:srgbClr val="17211F"/>
                </a:solidFill>
              </a:defRPr>
            </a:pPr>
            <a:r>
              <a:rPr sz="2550" b="1">
                <a:solidFill>
                  <a:srgbClr val="17211F"/>
                </a:solidFill>
              </a:rPr>
              <a:t>One order: customers follow progress; managers see the full picture and approve</a:t>
            </a:r>
          </a:p>
        </p:txBody>
      </p:sp>
      <p:sp>
        <p:nvSpPr>
          <p:cNvPr id="8" name="">
            <a:extLst xmlns:a="http://schemas.openxmlformats.org/drawingml/2006/main">
              <a:ext uri="{FF2B5EF4-FFF2-40B4-BE49-F238E27FC236}">
                <a16:creationId xmlns:a16="http://schemas.microsoft.com/office/drawing/2014/main" id="{2BF8AA58-CE4A-4F37-8FAA-28719FD37322}"/>
              </a:ext>
            </a:extLst>
          </p:cNvPr>
          <p:cNvSpPr>
            <a:spLocks xmlns:a="http://schemas.openxmlformats.org/drawingml/2006/main" noGrp="1"/>
          </p:cNvSpPr>
          <p:nvPr/>
        </p:nvSpPr>
        <p:spPr>
          <a:xfrm xmlns:a="http://schemas.openxmlformats.org/drawingml/2006/main">
            <a:off x="666750" y="1562100"/>
            <a:ext cx="10715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96560"/>
                </a:solidFill>
              </a:defRPr>
            </a:defPPr>
            <a:lvl1pPr algn="l">
              <a:buNone/>
              <a:defRPr sz="1275" b="0">
                <a:solidFill>
                  <a:srgbClr val="596560"/>
                </a:solidFill>
              </a:defRPr>
            </a:lvl1pPr>
            <a:lvl2pPr algn="l">
              <a:buNone/>
              <a:defRPr sz="1275" b="0">
                <a:solidFill>
                  <a:srgbClr val="596560"/>
                </a:solidFill>
              </a:defRPr>
            </a:lvl2pPr>
            <a:lvl3pPr algn="l">
              <a:buNone/>
              <a:defRPr sz="1275" b="0">
                <a:solidFill>
                  <a:srgbClr val="596560"/>
                </a:solidFill>
              </a:defRPr>
            </a:lvl3pPr>
            <a:lvl4pPr algn="l">
              <a:buNone/>
              <a:defRPr sz="1275" b="0">
                <a:solidFill>
                  <a:srgbClr val="596560"/>
                </a:solidFill>
              </a:defRPr>
            </a:lvl4pPr>
            <a:lvl5pPr algn="l">
              <a:buNone/>
              <a:defRPr sz="1275" b="0">
                <a:solidFill>
                  <a:srgbClr val="596560"/>
                </a:solidFill>
              </a:defRPr>
            </a:lvl5pPr>
            <a:lvl6pPr algn="l">
              <a:buNone/>
              <a:defRPr sz="1275" b="0">
                <a:solidFill>
                  <a:srgbClr val="596560"/>
                </a:solidFill>
              </a:defRPr>
            </a:lvl6pPr>
            <a:lvl7pPr algn="l">
              <a:buNone/>
              <a:defRPr sz="1275" b="0">
                <a:solidFill>
                  <a:srgbClr val="596560"/>
                </a:solidFill>
              </a:defRPr>
            </a:lvl7pPr>
            <a:lvl8pPr algn="l">
              <a:buNone/>
              <a:defRPr sz="1275" b="0">
                <a:solidFill>
                  <a:srgbClr val="596560"/>
                </a:solidFill>
              </a:defRPr>
            </a:lvl8pPr>
            <a:lvl9pPr algn="l">
              <a:buNone/>
              <a:defRPr sz="1275" b="0">
                <a:solidFill>
                  <a:srgbClr val="596560"/>
                </a:solidFill>
              </a:defRPr>
            </a:lvl9pPr>
          </a:lstStyle>
          <a:p xmlns:a="http://schemas.openxmlformats.org/drawingml/2006/main">
            <a:pPr algn="l">
              <a:buNone/>
              <a:defRPr sz="1275" b="0">
                <a:solidFill>
                  <a:srgbClr val="596560"/>
                </a:solidFill>
              </a:defRPr>
            </a:pPr>
            <a:r>
              <a:rPr sz="1275" b="0">
                <a:solidFill>
                  <a:srgbClr val="596560"/>
                </a:solidFill>
              </a:rPr>
              <a:t>In this project, Sales is the customer-side login and sees only its own orders.</a:t>
            </a:r>
          </a:p>
        </p:txBody>
      </p:sp>
      <p:sp>
        <p:nvSpPr>
          <p:cNvPr id="9" name="">
            <a:extLst xmlns:a="http://schemas.openxmlformats.org/drawingml/2006/main">
              <a:ext uri="{FF2B5EF4-FFF2-40B4-BE49-F238E27FC236}">
                <a16:creationId xmlns:a16="http://schemas.microsoft.com/office/drawing/2014/main" id="{CA56EA8D-9495-45EB-B6A3-3DCC0CC85150}"/>
              </a:ext>
            </a:extLst>
          </p:cNvPr>
          <p:cNvSpPr>
            <a:spLocks xmlns:a="http://schemas.openxmlformats.org/drawingml/2006/main" noGrp="1"/>
          </p:cNvSpPr>
          <p:nvPr/>
        </p:nvSpPr>
        <p:spPr>
          <a:xfrm xmlns:a="http://schemas.openxmlformats.org/drawingml/2006/main">
            <a:off x="666750" y="6477000"/>
            <a:ext cx="10858500" cy="9525"/>
          </a:xfrm>
          <a:prstGeom xmlns:a="http://schemas.openxmlformats.org/drawingml/2006/main" prst="rect">
            <a:avLst/>
          </a:prstGeom>
          <a:solidFill xmlns:a="http://schemas.openxmlformats.org/drawingml/2006/main">
            <a:srgbClr val="D8D3C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A55B5E8-24C6-41DC-A31D-FD1300BB3485}"/>
              </a:ext>
            </a:extLst>
          </p:cNvPr>
          <p:cNvSpPr>
            <a:spLocks xmlns:a="http://schemas.openxmlformats.org/drawingml/2006/main" noGrp="1"/>
          </p:cNvSpPr>
          <p:nvPr/>
        </p:nvSpPr>
        <p:spPr>
          <a:xfrm xmlns:a="http://schemas.openxmlformats.org/drawingml/2006/main">
            <a:off x="666750" y="651510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96560"/>
                </a:solidFill>
              </a:defRPr>
            </a:defPPr>
            <a:lvl1pPr algn="l">
              <a:buNone/>
              <a:defRPr sz="1125" b="1">
                <a:solidFill>
                  <a:srgbClr val="596560"/>
                </a:solidFill>
              </a:defRPr>
            </a:lvl1pPr>
            <a:lvl2pPr algn="l">
              <a:buNone/>
              <a:defRPr sz="1125" b="1">
                <a:solidFill>
                  <a:srgbClr val="596560"/>
                </a:solidFill>
              </a:defRPr>
            </a:lvl2pPr>
            <a:lvl3pPr algn="l">
              <a:buNone/>
              <a:defRPr sz="1125" b="1">
                <a:solidFill>
                  <a:srgbClr val="596560"/>
                </a:solidFill>
              </a:defRPr>
            </a:lvl3pPr>
            <a:lvl4pPr algn="l">
              <a:buNone/>
              <a:defRPr sz="1125" b="1">
                <a:solidFill>
                  <a:srgbClr val="596560"/>
                </a:solidFill>
              </a:defRPr>
            </a:lvl4pPr>
            <a:lvl5pPr algn="l">
              <a:buNone/>
              <a:defRPr sz="1125" b="1">
                <a:solidFill>
                  <a:srgbClr val="596560"/>
                </a:solidFill>
              </a:defRPr>
            </a:lvl5pPr>
            <a:lvl6pPr algn="l">
              <a:buNone/>
              <a:defRPr sz="1125" b="1">
                <a:solidFill>
                  <a:srgbClr val="596560"/>
                </a:solidFill>
              </a:defRPr>
            </a:lvl6pPr>
            <a:lvl7pPr algn="l">
              <a:buNone/>
              <a:defRPr sz="1125" b="1">
                <a:solidFill>
                  <a:srgbClr val="596560"/>
                </a:solidFill>
              </a:defRPr>
            </a:lvl7pPr>
            <a:lvl8pPr algn="l">
              <a:buNone/>
              <a:defRPr sz="1125" b="1">
                <a:solidFill>
                  <a:srgbClr val="596560"/>
                </a:solidFill>
              </a:defRPr>
            </a:lvl8pPr>
            <a:lvl9pPr algn="l">
              <a:buNone/>
              <a:defRPr sz="1125" b="1">
                <a:solidFill>
                  <a:srgbClr val="596560"/>
                </a:solidFill>
              </a:defRPr>
            </a:lvl9pPr>
          </a:lstStyle>
          <a:p xmlns:a="http://schemas.openxmlformats.org/drawingml/2006/main">
            <a:pPr algn="l">
              <a:buNone/>
              <a:defRPr sz="1125" b="1">
                <a:solidFill>
                  <a:srgbClr val="596560"/>
                </a:solidFill>
              </a:defRPr>
            </a:pPr>
            <a:r>
              <a:rPr sz="1125" b="1">
                <a:solidFill>
                  <a:srgbClr val="596560"/>
                </a:solidFill>
              </a:rPr>
              <a:t>Team: Debug The World</a:t>
            </a:r>
          </a:p>
        </p:txBody>
      </p:sp>
      <p:sp>
        <p:nvSpPr>
          <p:cNvPr id="11" name="">
            <a:extLst xmlns:a="http://schemas.openxmlformats.org/drawingml/2006/main">
              <a:ext uri="{FF2B5EF4-FFF2-40B4-BE49-F238E27FC236}">
                <a16:creationId xmlns:a16="http://schemas.microsoft.com/office/drawing/2014/main" id="{36B5C590-DAD7-4201-B4D3-CE29A35B93A7}"/>
              </a:ext>
            </a:extLst>
          </p:cNvPr>
          <p:cNvSpPr>
            <a:spLocks xmlns:a="http://schemas.openxmlformats.org/drawingml/2006/main" noGrp="1"/>
          </p:cNvSpPr>
          <p:nvPr/>
        </p:nvSpPr>
        <p:spPr>
          <a:xfrm xmlns:a="http://schemas.openxmlformats.org/drawingml/2006/main">
            <a:off x="11163300" y="6543675"/>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1">
                <a:solidFill>
                  <a:srgbClr val="596560"/>
                </a:solidFill>
              </a:defRPr>
            </a:defPPr>
            <a:lvl1pPr algn="r">
              <a:buNone/>
              <a:defRPr sz="900" b="1">
                <a:solidFill>
                  <a:srgbClr val="596560"/>
                </a:solidFill>
              </a:defRPr>
            </a:lvl1pPr>
            <a:lvl2pPr algn="r">
              <a:buNone/>
              <a:defRPr sz="900" b="1">
                <a:solidFill>
                  <a:srgbClr val="596560"/>
                </a:solidFill>
              </a:defRPr>
            </a:lvl2pPr>
            <a:lvl3pPr algn="r">
              <a:buNone/>
              <a:defRPr sz="900" b="1">
                <a:solidFill>
                  <a:srgbClr val="596560"/>
                </a:solidFill>
              </a:defRPr>
            </a:lvl3pPr>
            <a:lvl4pPr algn="r">
              <a:buNone/>
              <a:defRPr sz="900" b="1">
                <a:solidFill>
                  <a:srgbClr val="596560"/>
                </a:solidFill>
              </a:defRPr>
            </a:lvl4pPr>
            <a:lvl5pPr algn="r">
              <a:buNone/>
              <a:defRPr sz="900" b="1">
                <a:solidFill>
                  <a:srgbClr val="596560"/>
                </a:solidFill>
              </a:defRPr>
            </a:lvl5pPr>
            <a:lvl6pPr algn="r">
              <a:buNone/>
              <a:defRPr sz="900" b="1">
                <a:solidFill>
                  <a:srgbClr val="596560"/>
                </a:solidFill>
              </a:defRPr>
            </a:lvl6pPr>
            <a:lvl7pPr algn="r">
              <a:buNone/>
              <a:defRPr sz="900" b="1">
                <a:solidFill>
                  <a:srgbClr val="596560"/>
                </a:solidFill>
              </a:defRPr>
            </a:lvl7pPr>
            <a:lvl8pPr algn="r">
              <a:buNone/>
              <a:defRPr sz="900" b="1">
                <a:solidFill>
                  <a:srgbClr val="596560"/>
                </a:solidFill>
              </a:defRPr>
            </a:lvl8pPr>
            <a:lvl9pPr algn="r">
              <a:buNone/>
              <a:defRPr sz="900" b="1">
                <a:solidFill>
                  <a:srgbClr val="596560"/>
                </a:solidFill>
              </a:defRPr>
            </a:lvl9pPr>
          </a:lstStyle>
          <a:p xmlns:a="http://schemas.openxmlformats.org/drawingml/2006/main">
            <a:pPr algn="r">
              <a:buNone/>
              <a:defRPr sz="900" b="1">
                <a:solidFill>
                  <a:srgbClr val="596560"/>
                </a:solidFill>
              </a:defRPr>
            </a:pPr>
            <a:r>
              <a:rPr sz="900" b="1">
                <a:solidFill>
                  <a:srgbClr val="596560"/>
                </a:solidFill>
              </a:rPr>
              <a:t>07</a:t>
            </a:r>
          </a:p>
        </p:txBody>
      </p:sp>
      <p:pic>
        <p:nvPicPr>
          <p:cNvPr id="12" name="">
            <a:extLst xmlns:a="http://schemas.openxmlformats.org/drawingml/2006/main">
              <a:ext uri="{FF2B5EF4-FFF2-40B4-BE49-F238E27FC236}">
                <a16:creationId xmlns:a16="http://schemas.microsoft.com/office/drawing/2014/main" id="{99A49159-72AF-49A6-81EF-D258B72FE6E6}"/>
              </a:ext>
            </a:extLst>
          </p:cNvPr>
          <p:cNvPicPr>
            <a:picLocks xmlns:a="http://schemas.openxmlformats.org/drawingml/2006/main" noChangeAspect="1"/>
          </p:cNvPicPr>
          <p:nvPr/>
        </p:nvPicPr>
        <p:blipFill>
          <a:blip xmlns:r="http://schemas.openxmlformats.org/officeDocument/2006/relationships" xmlns:a="http://schemas.openxmlformats.org/drawingml/2006/main" r:embed="R3f03fc22bb3c49d6"/>
          <a:stretch xmlns:a="http://schemas.openxmlformats.org/drawingml/2006/main"/>
        </p:blipFill>
        <p:spPr>
          <a:xfrm xmlns:a="http://schemas.openxmlformats.org/drawingml/2006/main">
            <a:off x="552450" y="2136216"/>
            <a:ext cx="5857875" cy="2766543"/>
          </a:xfrm>
          <a:prstGeom xmlns:a="http://schemas.openxmlformats.org/drawingml/2006/main" prst="roundRect">
            <a:avLst>
              <a:gd name="adj" fmla="val 2749"/>
            </a:avLst>
          </a:prstGeom>
        </p:spPr>
      </p:pic>
      <p:sp>
        <p:nvSpPr>
          <p:cNvPr id="13" name="">
            <a:extLst xmlns:a="http://schemas.openxmlformats.org/drawingml/2006/main">
              <a:ext uri="{FF2B5EF4-FFF2-40B4-BE49-F238E27FC236}">
                <a16:creationId xmlns:a16="http://schemas.microsoft.com/office/drawing/2014/main" id="{5F0CB93A-3D5E-44B4-8C6E-7613AD28C7F6}"/>
              </a:ext>
            </a:extLst>
          </p:cNvPr>
          <p:cNvSpPr>
            <a:spLocks xmlns:a="http://schemas.openxmlformats.org/drawingml/2006/main" noGrp="1"/>
          </p:cNvSpPr>
          <p:nvPr/>
        </p:nvSpPr>
        <p:spPr>
          <a:xfrm xmlns:a="http://schemas.openxmlformats.org/drawingml/2006/main">
            <a:off x="552450" y="2133600"/>
            <a:ext cx="5857875" cy="2771775"/>
          </a:xfrm>
          <a:prstGeom xmlns:a="http://schemas.openxmlformats.org/drawingml/2006/main" prst="rect">
            <a:avLst/>
          </a:prstGeom>
          <a:noFill xmlns:a="http://schemas.openxmlformats.org/drawingml/2006/main"/>
          <a:ln xmlns:a="http://schemas.openxmlformats.org/drawingml/2006/main" w="9525">
            <a:solidFill>
              <a:srgbClr val="D8D3CA"/>
            </a:solidFill>
            <a:prstDash val="solid"/>
          </a:ln>
        </p:spPr>
      </p:sp>
      <p:sp>
        <p:nvSpPr>
          <p:cNvPr id="14" name="">
            <a:extLst xmlns:a="http://schemas.openxmlformats.org/drawingml/2006/main">
              <a:ext uri="{FF2B5EF4-FFF2-40B4-BE49-F238E27FC236}">
                <a16:creationId xmlns:a16="http://schemas.microsoft.com/office/drawing/2014/main" id="{6A18118E-670E-47CB-B115-1D3A6887F38F}"/>
              </a:ext>
            </a:extLst>
          </p:cNvPr>
          <p:cNvSpPr>
            <a:spLocks xmlns:a="http://schemas.openxmlformats.org/drawingml/2006/main" noGrp="1"/>
          </p:cNvSpPr>
          <p:nvPr/>
        </p:nvSpPr>
        <p:spPr>
          <a:xfrm xmlns:a="http://schemas.openxmlformats.org/drawingml/2006/main">
            <a:off x="6810375" y="2162175"/>
            <a:ext cx="4629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17211F"/>
                </a:solidFill>
              </a:defRPr>
            </a:defPPr>
            <a:lvl1pPr algn="l">
              <a:buNone/>
              <a:defRPr sz="1650" b="1">
                <a:solidFill>
                  <a:srgbClr val="17211F"/>
                </a:solidFill>
              </a:defRPr>
            </a:lvl1pPr>
            <a:lvl2pPr algn="l">
              <a:buNone/>
              <a:defRPr sz="1650" b="1">
                <a:solidFill>
                  <a:srgbClr val="17211F"/>
                </a:solidFill>
              </a:defRPr>
            </a:lvl2pPr>
            <a:lvl3pPr algn="l">
              <a:buNone/>
              <a:defRPr sz="1650" b="1">
                <a:solidFill>
                  <a:srgbClr val="17211F"/>
                </a:solidFill>
              </a:defRPr>
            </a:lvl3pPr>
            <a:lvl4pPr algn="l">
              <a:buNone/>
              <a:defRPr sz="1650" b="1">
                <a:solidFill>
                  <a:srgbClr val="17211F"/>
                </a:solidFill>
              </a:defRPr>
            </a:lvl4pPr>
            <a:lvl5pPr algn="l">
              <a:buNone/>
              <a:defRPr sz="1650" b="1">
                <a:solidFill>
                  <a:srgbClr val="17211F"/>
                </a:solidFill>
              </a:defRPr>
            </a:lvl5pPr>
            <a:lvl6pPr algn="l">
              <a:buNone/>
              <a:defRPr sz="1650" b="1">
                <a:solidFill>
                  <a:srgbClr val="17211F"/>
                </a:solidFill>
              </a:defRPr>
            </a:lvl6pPr>
            <a:lvl7pPr algn="l">
              <a:buNone/>
              <a:defRPr sz="1650" b="1">
                <a:solidFill>
                  <a:srgbClr val="17211F"/>
                </a:solidFill>
              </a:defRPr>
            </a:lvl7pPr>
            <a:lvl8pPr algn="l">
              <a:buNone/>
              <a:defRPr sz="1650" b="1">
                <a:solidFill>
                  <a:srgbClr val="17211F"/>
                </a:solidFill>
              </a:defRPr>
            </a:lvl8pPr>
            <a:lvl9pPr algn="l">
              <a:buNone/>
              <a:defRPr sz="1650" b="1">
                <a:solidFill>
                  <a:srgbClr val="17211F"/>
                </a:solidFill>
              </a:defRPr>
            </a:lvl9pPr>
          </a:lstStyle>
          <a:p xmlns:a="http://schemas.openxmlformats.org/drawingml/2006/main">
            <a:pPr algn="l">
              <a:buNone/>
              <a:defRPr sz="1650" b="1">
                <a:solidFill>
                  <a:srgbClr val="17211F"/>
                </a:solidFill>
              </a:defRPr>
            </a:pPr>
            <a:r>
              <a:rPr sz="1650" b="1">
                <a:solidFill>
                  <a:srgbClr val="17211F"/>
                </a:solidFill>
              </a:rPr>
              <a:t>Each role sees what it needs</a:t>
            </a:r>
          </a:p>
        </p:txBody>
      </p:sp>
      <p:sp>
        <p:nvSpPr>
          <p:cNvPr id="15" name="">
            <a:extLst xmlns:a="http://schemas.openxmlformats.org/drawingml/2006/main">
              <a:ext uri="{FF2B5EF4-FFF2-40B4-BE49-F238E27FC236}">
                <a16:creationId xmlns:a16="http://schemas.microsoft.com/office/drawing/2014/main" id="{43DD109F-1047-40C6-8847-D3893DBE3147}"/>
              </a:ext>
            </a:extLst>
          </p:cNvPr>
          <p:cNvSpPr>
            <a:spLocks xmlns:a="http://schemas.openxmlformats.org/drawingml/2006/main" noGrp="1"/>
          </p:cNvSpPr>
          <p:nvPr/>
        </p:nvSpPr>
        <p:spPr>
          <a:xfrm xmlns:a="http://schemas.openxmlformats.org/drawingml/2006/main">
            <a:off x="6810375" y="2647950"/>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D95C3D"/>
                </a:solidFill>
              </a:defRPr>
            </a:defPPr>
            <a:lvl1pPr algn="l">
              <a:buNone/>
              <a:defRPr sz="1275" b="1">
                <a:solidFill>
                  <a:srgbClr val="D95C3D"/>
                </a:solidFill>
              </a:defRPr>
            </a:lvl1pPr>
            <a:lvl2pPr algn="l">
              <a:buNone/>
              <a:defRPr sz="1275" b="1">
                <a:solidFill>
                  <a:srgbClr val="D95C3D"/>
                </a:solidFill>
              </a:defRPr>
            </a:lvl2pPr>
            <a:lvl3pPr algn="l">
              <a:buNone/>
              <a:defRPr sz="1275" b="1">
                <a:solidFill>
                  <a:srgbClr val="D95C3D"/>
                </a:solidFill>
              </a:defRPr>
            </a:lvl3pPr>
            <a:lvl4pPr algn="l">
              <a:buNone/>
              <a:defRPr sz="1275" b="1">
                <a:solidFill>
                  <a:srgbClr val="D95C3D"/>
                </a:solidFill>
              </a:defRPr>
            </a:lvl4pPr>
            <a:lvl5pPr algn="l">
              <a:buNone/>
              <a:defRPr sz="1275" b="1">
                <a:solidFill>
                  <a:srgbClr val="D95C3D"/>
                </a:solidFill>
              </a:defRPr>
            </a:lvl5pPr>
            <a:lvl6pPr algn="l">
              <a:buNone/>
              <a:defRPr sz="1275" b="1">
                <a:solidFill>
                  <a:srgbClr val="D95C3D"/>
                </a:solidFill>
              </a:defRPr>
            </a:lvl6pPr>
            <a:lvl7pPr algn="l">
              <a:buNone/>
              <a:defRPr sz="1275" b="1">
                <a:solidFill>
                  <a:srgbClr val="D95C3D"/>
                </a:solidFill>
              </a:defRPr>
            </a:lvl7pPr>
            <a:lvl8pPr algn="l">
              <a:buNone/>
              <a:defRPr sz="1275" b="1">
                <a:solidFill>
                  <a:srgbClr val="D95C3D"/>
                </a:solidFill>
              </a:defRPr>
            </a:lvl8pPr>
            <a:lvl9pPr algn="l">
              <a:buNone/>
              <a:defRPr sz="1275" b="1">
                <a:solidFill>
                  <a:srgbClr val="D95C3D"/>
                </a:solidFill>
              </a:defRPr>
            </a:lvl9pPr>
          </a:lstStyle>
          <a:p xmlns:a="http://schemas.openxmlformats.org/drawingml/2006/main">
            <a:pPr algn="l">
              <a:buNone/>
              <a:defRPr sz="1275" b="1">
                <a:solidFill>
                  <a:srgbClr val="D95C3D"/>
                </a:solidFill>
              </a:defRPr>
            </a:pPr>
            <a:r>
              <a:rPr sz="1275" b="1">
                <a:solidFill>
                  <a:srgbClr val="D95C3D"/>
                </a:solidFill>
              </a:rPr>
              <a:t>Sales / customer side</a:t>
            </a:r>
          </a:p>
        </p:txBody>
      </p:sp>
      <p:sp>
        <p:nvSpPr>
          <p:cNvPr id="16" name="">
            <a:extLst xmlns:a="http://schemas.openxmlformats.org/drawingml/2006/main">
              <a:ext uri="{FF2B5EF4-FFF2-40B4-BE49-F238E27FC236}">
                <a16:creationId xmlns:a16="http://schemas.microsoft.com/office/drawing/2014/main" id="{EEF23B46-7FB1-4F20-B9C1-5DDDB9D9A191}"/>
              </a:ext>
            </a:extLst>
          </p:cNvPr>
          <p:cNvSpPr>
            <a:spLocks xmlns:a="http://schemas.openxmlformats.org/drawingml/2006/main" noGrp="1"/>
          </p:cNvSpPr>
          <p:nvPr/>
        </p:nvSpPr>
        <p:spPr>
          <a:xfrm xmlns:a="http://schemas.openxmlformats.org/drawingml/2006/main">
            <a:off x="6810375" y="2905125"/>
            <a:ext cx="4572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0">
                <a:solidFill>
                  <a:srgbClr val="596560"/>
                </a:solidFill>
              </a:defRPr>
            </a:defPPr>
            <a:lvl1pPr algn="l">
              <a:buNone/>
              <a:defRPr sz="1125" b="0">
                <a:solidFill>
                  <a:srgbClr val="596560"/>
                </a:solidFill>
              </a:defRPr>
            </a:lvl1pPr>
            <a:lvl2pPr algn="l">
              <a:buNone/>
              <a:defRPr sz="1125" b="0">
                <a:solidFill>
                  <a:srgbClr val="596560"/>
                </a:solidFill>
              </a:defRPr>
            </a:lvl2pPr>
            <a:lvl3pPr algn="l">
              <a:buNone/>
              <a:defRPr sz="1125" b="0">
                <a:solidFill>
                  <a:srgbClr val="596560"/>
                </a:solidFill>
              </a:defRPr>
            </a:lvl3pPr>
            <a:lvl4pPr algn="l">
              <a:buNone/>
              <a:defRPr sz="1125" b="0">
                <a:solidFill>
                  <a:srgbClr val="596560"/>
                </a:solidFill>
              </a:defRPr>
            </a:lvl4pPr>
            <a:lvl5pPr algn="l">
              <a:buNone/>
              <a:defRPr sz="1125" b="0">
                <a:solidFill>
                  <a:srgbClr val="596560"/>
                </a:solidFill>
              </a:defRPr>
            </a:lvl5pPr>
            <a:lvl6pPr algn="l">
              <a:buNone/>
              <a:defRPr sz="1125" b="0">
                <a:solidFill>
                  <a:srgbClr val="596560"/>
                </a:solidFill>
              </a:defRPr>
            </a:lvl6pPr>
            <a:lvl7pPr algn="l">
              <a:buNone/>
              <a:defRPr sz="1125" b="0">
                <a:solidFill>
                  <a:srgbClr val="596560"/>
                </a:solidFill>
              </a:defRPr>
            </a:lvl7pPr>
            <a:lvl8pPr algn="l">
              <a:buNone/>
              <a:defRPr sz="1125" b="0">
                <a:solidFill>
                  <a:srgbClr val="596560"/>
                </a:solidFill>
              </a:defRPr>
            </a:lvl8pPr>
            <a:lvl9pPr algn="l">
              <a:buNone/>
              <a:defRPr sz="1125" b="0">
                <a:solidFill>
                  <a:srgbClr val="596560"/>
                </a:solidFill>
              </a:defRPr>
            </a:lvl9pPr>
          </a:lstStyle>
          <a:p xmlns:a="http://schemas.openxmlformats.org/drawingml/2006/main">
            <a:pPr algn="l">
              <a:buNone/>
              <a:defRPr sz="1125" b="0">
                <a:solidFill>
                  <a:srgbClr val="596560"/>
                </a:solidFill>
              </a:defRPr>
            </a:pPr>
            <a:r>
              <a:rPr sz="1125" b="0">
                <a:solidFill>
                  <a:srgbClr val="596560"/>
                </a:solidFill>
              </a:rPr>
              <a:t>Submits and follows its own orders; another Sales account sees only its own.</a:t>
            </a:r>
          </a:p>
        </p:txBody>
      </p:sp>
      <p:sp>
        <p:nvSpPr>
          <p:cNvPr id="17" name="">
            <a:extLst xmlns:a="http://schemas.openxmlformats.org/drawingml/2006/main">
              <a:ext uri="{FF2B5EF4-FFF2-40B4-BE49-F238E27FC236}">
                <a16:creationId xmlns:a16="http://schemas.microsoft.com/office/drawing/2014/main" id="{C51BB1E2-2AE0-4A1E-8E0A-9C071F3522E1}"/>
              </a:ext>
            </a:extLst>
          </p:cNvPr>
          <p:cNvSpPr>
            <a:spLocks xmlns:a="http://schemas.openxmlformats.org/drawingml/2006/main" noGrp="1"/>
          </p:cNvSpPr>
          <p:nvPr/>
        </p:nvSpPr>
        <p:spPr>
          <a:xfrm xmlns:a="http://schemas.openxmlformats.org/drawingml/2006/main">
            <a:off x="6810375" y="3467100"/>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4E7181"/>
                </a:solidFill>
              </a:defRPr>
            </a:defPPr>
            <a:lvl1pPr algn="l">
              <a:buNone/>
              <a:defRPr sz="1275" b="1">
                <a:solidFill>
                  <a:srgbClr val="4E7181"/>
                </a:solidFill>
              </a:defRPr>
            </a:lvl1pPr>
            <a:lvl2pPr algn="l">
              <a:buNone/>
              <a:defRPr sz="1275" b="1">
                <a:solidFill>
                  <a:srgbClr val="4E7181"/>
                </a:solidFill>
              </a:defRPr>
            </a:lvl2pPr>
            <a:lvl3pPr algn="l">
              <a:buNone/>
              <a:defRPr sz="1275" b="1">
                <a:solidFill>
                  <a:srgbClr val="4E7181"/>
                </a:solidFill>
              </a:defRPr>
            </a:lvl3pPr>
            <a:lvl4pPr algn="l">
              <a:buNone/>
              <a:defRPr sz="1275" b="1">
                <a:solidFill>
                  <a:srgbClr val="4E7181"/>
                </a:solidFill>
              </a:defRPr>
            </a:lvl4pPr>
            <a:lvl5pPr algn="l">
              <a:buNone/>
              <a:defRPr sz="1275" b="1">
                <a:solidFill>
                  <a:srgbClr val="4E7181"/>
                </a:solidFill>
              </a:defRPr>
            </a:lvl5pPr>
            <a:lvl6pPr algn="l">
              <a:buNone/>
              <a:defRPr sz="1275" b="1">
                <a:solidFill>
                  <a:srgbClr val="4E7181"/>
                </a:solidFill>
              </a:defRPr>
            </a:lvl6pPr>
            <a:lvl7pPr algn="l">
              <a:buNone/>
              <a:defRPr sz="1275" b="1">
                <a:solidFill>
                  <a:srgbClr val="4E7181"/>
                </a:solidFill>
              </a:defRPr>
            </a:lvl7pPr>
            <a:lvl8pPr algn="l">
              <a:buNone/>
              <a:defRPr sz="1275" b="1">
                <a:solidFill>
                  <a:srgbClr val="4E7181"/>
                </a:solidFill>
              </a:defRPr>
            </a:lvl8pPr>
            <a:lvl9pPr algn="l">
              <a:buNone/>
              <a:defRPr sz="1275" b="1">
                <a:solidFill>
                  <a:srgbClr val="4E7181"/>
                </a:solidFill>
              </a:defRPr>
            </a:lvl9pPr>
          </a:lstStyle>
          <a:p xmlns:a="http://schemas.openxmlformats.org/drawingml/2006/main">
            <a:pPr algn="l">
              <a:buNone/>
              <a:defRPr sz="1275" b="1">
                <a:solidFill>
                  <a:srgbClr val="4E7181"/>
                </a:solidFill>
              </a:defRPr>
            </a:pPr>
            <a:r>
              <a:rPr sz="1275" b="1">
                <a:solidFill>
                  <a:srgbClr val="4E7181"/>
                </a:solidFill>
              </a:rPr>
              <a:t>Manager</a:t>
            </a:r>
          </a:p>
        </p:txBody>
      </p:sp>
      <p:sp>
        <p:nvSpPr>
          <p:cNvPr id="18" name="">
            <a:extLst xmlns:a="http://schemas.openxmlformats.org/drawingml/2006/main">
              <a:ext uri="{FF2B5EF4-FFF2-40B4-BE49-F238E27FC236}">
                <a16:creationId xmlns:a16="http://schemas.microsoft.com/office/drawing/2014/main" id="{56EA15D9-7DF2-462B-895A-5858972F50CC}"/>
              </a:ext>
            </a:extLst>
          </p:cNvPr>
          <p:cNvSpPr>
            <a:spLocks xmlns:a="http://schemas.openxmlformats.org/drawingml/2006/main" noGrp="1"/>
          </p:cNvSpPr>
          <p:nvPr/>
        </p:nvSpPr>
        <p:spPr>
          <a:xfrm xmlns:a="http://schemas.openxmlformats.org/drawingml/2006/main">
            <a:off x="6810375" y="3724275"/>
            <a:ext cx="4572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0">
                <a:solidFill>
                  <a:srgbClr val="596560"/>
                </a:solidFill>
              </a:defRPr>
            </a:defPPr>
            <a:lvl1pPr algn="l">
              <a:buNone/>
              <a:defRPr sz="1125" b="0">
                <a:solidFill>
                  <a:srgbClr val="596560"/>
                </a:solidFill>
              </a:defRPr>
            </a:lvl1pPr>
            <a:lvl2pPr algn="l">
              <a:buNone/>
              <a:defRPr sz="1125" b="0">
                <a:solidFill>
                  <a:srgbClr val="596560"/>
                </a:solidFill>
              </a:defRPr>
            </a:lvl2pPr>
            <a:lvl3pPr algn="l">
              <a:buNone/>
              <a:defRPr sz="1125" b="0">
                <a:solidFill>
                  <a:srgbClr val="596560"/>
                </a:solidFill>
              </a:defRPr>
            </a:lvl3pPr>
            <a:lvl4pPr algn="l">
              <a:buNone/>
              <a:defRPr sz="1125" b="0">
                <a:solidFill>
                  <a:srgbClr val="596560"/>
                </a:solidFill>
              </a:defRPr>
            </a:lvl4pPr>
            <a:lvl5pPr algn="l">
              <a:buNone/>
              <a:defRPr sz="1125" b="0">
                <a:solidFill>
                  <a:srgbClr val="596560"/>
                </a:solidFill>
              </a:defRPr>
            </a:lvl5pPr>
            <a:lvl6pPr algn="l">
              <a:buNone/>
              <a:defRPr sz="1125" b="0">
                <a:solidFill>
                  <a:srgbClr val="596560"/>
                </a:solidFill>
              </a:defRPr>
            </a:lvl6pPr>
            <a:lvl7pPr algn="l">
              <a:buNone/>
              <a:defRPr sz="1125" b="0">
                <a:solidFill>
                  <a:srgbClr val="596560"/>
                </a:solidFill>
              </a:defRPr>
            </a:lvl7pPr>
            <a:lvl8pPr algn="l">
              <a:buNone/>
              <a:defRPr sz="1125" b="0">
                <a:solidFill>
                  <a:srgbClr val="596560"/>
                </a:solidFill>
              </a:defRPr>
            </a:lvl8pPr>
            <a:lvl9pPr algn="l">
              <a:buNone/>
              <a:defRPr sz="1125" b="0">
                <a:solidFill>
                  <a:srgbClr val="596560"/>
                </a:solidFill>
              </a:defRPr>
            </a:lvl9pPr>
          </a:lstStyle>
          <a:p xmlns:a="http://schemas.openxmlformats.org/drawingml/2006/main">
            <a:pPr algn="l">
              <a:buNone/>
              <a:defRPr sz="1125" b="0">
                <a:solidFill>
                  <a:srgbClr val="596560"/>
                </a:solidFill>
              </a:defRPr>
            </a:pPr>
            <a:r>
              <a:rPr sz="1125" b="0">
                <a:solidFill>
                  <a:srgbClr val="596560"/>
                </a:solidFill>
              </a:rPr>
              <a:t>Reviews order context, approves and issues official order numbers.</a:t>
            </a:r>
          </a:p>
        </p:txBody>
      </p:sp>
      <p:sp>
        <p:nvSpPr>
          <p:cNvPr id="19" name="">
            <a:extLst xmlns:a="http://schemas.openxmlformats.org/drawingml/2006/main">
              <a:ext uri="{FF2B5EF4-FFF2-40B4-BE49-F238E27FC236}">
                <a16:creationId xmlns:a16="http://schemas.microsoft.com/office/drawing/2014/main" id="{4E272626-9368-4431-B7A1-0537A11D7180}"/>
              </a:ext>
            </a:extLst>
          </p:cNvPr>
          <p:cNvSpPr>
            <a:spLocks xmlns:a="http://schemas.openxmlformats.org/drawingml/2006/main" noGrp="1"/>
          </p:cNvSpPr>
          <p:nvPr/>
        </p:nvSpPr>
        <p:spPr>
          <a:xfrm xmlns:a="http://schemas.openxmlformats.org/drawingml/2006/main">
            <a:off x="6810375" y="4286250"/>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97A65"/>
                </a:solidFill>
              </a:defRPr>
            </a:defPPr>
            <a:lvl1pPr algn="l">
              <a:buNone/>
              <a:defRPr sz="1275" b="1">
                <a:solidFill>
                  <a:srgbClr val="597A65"/>
                </a:solidFill>
              </a:defRPr>
            </a:lvl1pPr>
            <a:lvl2pPr algn="l">
              <a:buNone/>
              <a:defRPr sz="1275" b="1">
                <a:solidFill>
                  <a:srgbClr val="597A65"/>
                </a:solidFill>
              </a:defRPr>
            </a:lvl2pPr>
            <a:lvl3pPr algn="l">
              <a:buNone/>
              <a:defRPr sz="1275" b="1">
                <a:solidFill>
                  <a:srgbClr val="597A65"/>
                </a:solidFill>
              </a:defRPr>
            </a:lvl3pPr>
            <a:lvl4pPr algn="l">
              <a:buNone/>
              <a:defRPr sz="1275" b="1">
                <a:solidFill>
                  <a:srgbClr val="597A65"/>
                </a:solidFill>
              </a:defRPr>
            </a:lvl4pPr>
            <a:lvl5pPr algn="l">
              <a:buNone/>
              <a:defRPr sz="1275" b="1">
                <a:solidFill>
                  <a:srgbClr val="597A65"/>
                </a:solidFill>
              </a:defRPr>
            </a:lvl5pPr>
            <a:lvl6pPr algn="l">
              <a:buNone/>
              <a:defRPr sz="1275" b="1">
                <a:solidFill>
                  <a:srgbClr val="597A65"/>
                </a:solidFill>
              </a:defRPr>
            </a:lvl6pPr>
            <a:lvl7pPr algn="l">
              <a:buNone/>
              <a:defRPr sz="1275" b="1">
                <a:solidFill>
                  <a:srgbClr val="597A65"/>
                </a:solidFill>
              </a:defRPr>
            </a:lvl7pPr>
            <a:lvl8pPr algn="l">
              <a:buNone/>
              <a:defRPr sz="1275" b="1">
                <a:solidFill>
                  <a:srgbClr val="597A65"/>
                </a:solidFill>
              </a:defRPr>
            </a:lvl8pPr>
            <a:lvl9pPr algn="l">
              <a:buNone/>
              <a:defRPr sz="1275" b="1">
                <a:solidFill>
                  <a:srgbClr val="597A65"/>
                </a:solidFill>
              </a:defRPr>
            </a:lvl9pPr>
          </a:lstStyle>
          <a:p xmlns:a="http://schemas.openxmlformats.org/drawingml/2006/main">
            <a:pPr algn="l">
              <a:buNone/>
              <a:defRPr sz="1275" b="1">
                <a:solidFill>
                  <a:srgbClr val="597A65"/>
                </a:solidFill>
              </a:defRPr>
            </a:pPr>
            <a:r>
              <a:rPr sz="1275" b="1">
                <a:solidFill>
                  <a:srgbClr val="597A65"/>
                </a:solidFill>
              </a:rPr>
              <a:t>Factory Operator</a:t>
            </a:r>
          </a:p>
        </p:txBody>
      </p:sp>
      <p:sp>
        <p:nvSpPr>
          <p:cNvPr id="20" name="">
            <a:extLst xmlns:a="http://schemas.openxmlformats.org/drawingml/2006/main">
              <a:ext uri="{FF2B5EF4-FFF2-40B4-BE49-F238E27FC236}">
                <a16:creationId xmlns:a16="http://schemas.microsoft.com/office/drawing/2014/main" id="{5A3225E2-898C-4184-B88B-4CB746BB66D8}"/>
              </a:ext>
            </a:extLst>
          </p:cNvPr>
          <p:cNvSpPr>
            <a:spLocks xmlns:a="http://schemas.openxmlformats.org/drawingml/2006/main" noGrp="1"/>
          </p:cNvSpPr>
          <p:nvPr/>
        </p:nvSpPr>
        <p:spPr>
          <a:xfrm xmlns:a="http://schemas.openxmlformats.org/drawingml/2006/main">
            <a:off x="6810375" y="4543425"/>
            <a:ext cx="4572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0">
                <a:solidFill>
                  <a:srgbClr val="596560"/>
                </a:solidFill>
              </a:defRPr>
            </a:defPPr>
            <a:lvl1pPr algn="l">
              <a:buNone/>
              <a:defRPr sz="1125" b="0">
                <a:solidFill>
                  <a:srgbClr val="596560"/>
                </a:solidFill>
              </a:defRPr>
            </a:lvl1pPr>
            <a:lvl2pPr algn="l">
              <a:buNone/>
              <a:defRPr sz="1125" b="0">
                <a:solidFill>
                  <a:srgbClr val="596560"/>
                </a:solidFill>
              </a:defRPr>
            </a:lvl2pPr>
            <a:lvl3pPr algn="l">
              <a:buNone/>
              <a:defRPr sz="1125" b="0">
                <a:solidFill>
                  <a:srgbClr val="596560"/>
                </a:solidFill>
              </a:defRPr>
            </a:lvl3pPr>
            <a:lvl4pPr algn="l">
              <a:buNone/>
              <a:defRPr sz="1125" b="0">
                <a:solidFill>
                  <a:srgbClr val="596560"/>
                </a:solidFill>
              </a:defRPr>
            </a:lvl4pPr>
            <a:lvl5pPr algn="l">
              <a:buNone/>
              <a:defRPr sz="1125" b="0">
                <a:solidFill>
                  <a:srgbClr val="596560"/>
                </a:solidFill>
              </a:defRPr>
            </a:lvl5pPr>
            <a:lvl6pPr algn="l">
              <a:buNone/>
              <a:defRPr sz="1125" b="0">
                <a:solidFill>
                  <a:srgbClr val="596560"/>
                </a:solidFill>
              </a:defRPr>
            </a:lvl6pPr>
            <a:lvl7pPr algn="l">
              <a:buNone/>
              <a:defRPr sz="1125" b="0">
                <a:solidFill>
                  <a:srgbClr val="596560"/>
                </a:solidFill>
              </a:defRPr>
            </a:lvl7pPr>
            <a:lvl8pPr algn="l">
              <a:buNone/>
              <a:defRPr sz="1125" b="0">
                <a:solidFill>
                  <a:srgbClr val="596560"/>
                </a:solidFill>
              </a:defRPr>
            </a:lvl8pPr>
            <a:lvl9pPr algn="l">
              <a:buNone/>
              <a:defRPr sz="1125" b="0">
                <a:solidFill>
                  <a:srgbClr val="596560"/>
                </a:solidFill>
              </a:defRPr>
            </a:lvl9pPr>
          </a:lstStyle>
          <a:p xmlns:a="http://schemas.openxmlformats.org/drawingml/2006/main">
            <a:pPr algn="l">
              <a:buNone/>
              <a:defRPr sz="1125" b="0">
                <a:solidFill>
                  <a:srgbClr val="596560"/>
                </a:solidFill>
              </a:defRPr>
            </a:pPr>
            <a:r>
              <a:rPr sz="1125" b="0">
                <a:solidFill>
                  <a:srgbClr val="596560"/>
                </a:solidFill>
              </a:rPr>
              <a:t>Runs stock, production stages and dispatch; the shared floor view hides commercial details.</a:t>
            </a:r>
          </a:p>
        </p:txBody>
      </p:sp>
      <p:sp>
        <p:nvSpPr>
          <p:cNvPr id="21" name="">
            <a:extLst xmlns:a="http://schemas.openxmlformats.org/drawingml/2006/main">
              <a:ext uri="{FF2B5EF4-FFF2-40B4-BE49-F238E27FC236}">
                <a16:creationId xmlns:a16="http://schemas.microsoft.com/office/drawing/2014/main" id="{B7BBE17A-47D0-4DAD-A1EA-08E2B5F10A3B}"/>
              </a:ext>
            </a:extLst>
          </p:cNvPr>
          <p:cNvSpPr>
            <a:spLocks xmlns:a="http://schemas.openxmlformats.org/drawingml/2006/main" noGrp="1"/>
          </p:cNvSpPr>
          <p:nvPr/>
        </p:nvSpPr>
        <p:spPr>
          <a:xfrm xmlns:a="http://schemas.openxmlformats.org/drawingml/2006/main">
            <a:off x="6810375" y="5257800"/>
            <a:ext cx="4533900" cy="628650"/>
          </a:xfrm>
          <a:prstGeom xmlns:a="http://schemas.openxmlformats.org/drawingml/2006/main" prst="roundRect">
            <a:avLst>
              <a:gd name="adj" fmla="val 12121"/>
            </a:avLst>
          </a:prstGeom>
          <a:solidFill xmlns:a="http://schemas.openxmlformats.org/drawingml/2006/main">
            <a:srgbClr val="DCE8DE"/>
          </a:solidFill>
          <a:ln xmlns:a="http://schemas.openxmlformats.org/drawingml/2006/main" w="9525">
            <a:solidFill>
              <a:srgbClr val="D8D3CA"/>
            </a:solidFill>
            <a:prstDash val="solid"/>
          </a:ln>
        </p:spPr>
      </p:sp>
      <p:sp>
        <p:nvSpPr>
          <p:cNvPr id="22" name="">
            <a:extLst xmlns:a="http://schemas.openxmlformats.org/drawingml/2006/main">
              <a:ext uri="{FF2B5EF4-FFF2-40B4-BE49-F238E27FC236}">
                <a16:creationId xmlns:a16="http://schemas.microsoft.com/office/drawing/2014/main" id="{AB3E648E-3E3B-414E-9575-B58BC4DBA6AA}"/>
              </a:ext>
            </a:extLst>
          </p:cNvPr>
          <p:cNvSpPr>
            <a:spLocks xmlns:a="http://schemas.openxmlformats.org/drawingml/2006/main" noGrp="1"/>
          </p:cNvSpPr>
          <p:nvPr/>
        </p:nvSpPr>
        <p:spPr>
          <a:xfrm xmlns:a="http://schemas.openxmlformats.org/drawingml/2006/main">
            <a:off x="6981825" y="5353050"/>
            <a:ext cx="4191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97A65"/>
                </a:solidFill>
              </a:defRPr>
            </a:defPPr>
            <a:lvl1pPr algn="l">
              <a:buNone/>
              <a:defRPr sz="1125" b="1">
                <a:solidFill>
                  <a:srgbClr val="597A65"/>
                </a:solidFill>
              </a:defRPr>
            </a:lvl1pPr>
            <a:lvl2pPr algn="l">
              <a:buNone/>
              <a:defRPr sz="1125" b="1">
                <a:solidFill>
                  <a:srgbClr val="597A65"/>
                </a:solidFill>
              </a:defRPr>
            </a:lvl2pPr>
            <a:lvl3pPr algn="l">
              <a:buNone/>
              <a:defRPr sz="1125" b="1">
                <a:solidFill>
                  <a:srgbClr val="597A65"/>
                </a:solidFill>
              </a:defRPr>
            </a:lvl3pPr>
            <a:lvl4pPr algn="l">
              <a:buNone/>
              <a:defRPr sz="1125" b="1">
                <a:solidFill>
                  <a:srgbClr val="597A65"/>
                </a:solidFill>
              </a:defRPr>
            </a:lvl4pPr>
            <a:lvl5pPr algn="l">
              <a:buNone/>
              <a:defRPr sz="1125" b="1">
                <a:solidFill>
                  <a:srgbClr val="597A65"/>
                </a:solidFill>
              </a:defRPr>
            </a:lvl5pPr>
            <a:lvl6pPr algn="l">
              <a:buNone/>
              <a:defRPr sz="1125" b="1">
                <a:solidFill>
                  <a:srgbClr val="597A65"/>
                </a:solidFill>
              </a:defRPr>
            </a:lvl6pPr>
            <a:lvl7pPr algn="l">
              <a:buNone/>
              <a:defRPr sz="1125" b="1">
                <a:solidFill>
                  <a:srgbClr val="597A65"/>
                </a:solidFill>
              </a:defRPr>
            </a:lvl7pPr>
            <a:lvl8pPr algn="l">
              <a:buNone/>
              <a:defRPr sz="1125" b="1">
                <a:solidFill>
                  <a:srgbClr val="597A65"/>
                </a:solidFill>
              </a:defRPr>
            </a:lvl8pPr>
            <a:lvl9pPr algn="l">
              <a:buNone/>
              <a:defRPr sz="1125" b="1">
                <a:solidFill>
                  <a:srgbClr val="597A65"/>
                </a:solidFill>
              </a:defRPr>
            </a:lvl9pPr>
          </a:lstStyle>
          <a:p xmlns:a="http://schemas.openxmlformats.org/drawingml/2006/main">
            <a:pPr algn="l">
              <a:buNone/>
              <a:defRPr sz="1125" b="1">
                <a:solidFill>
                  <a:srgbClr val="597A65"/>
                </a:solidFill>
              </a:defRPr>
            </a:pPr>
            <a:r>
              <a:rPr sz="1125" b="1">
                <a:solidFill>
                  <a:srgbClr val="597A65"/>
                </a:solidFill>
              </a:rPr>
              <a:t>Order and product status is shared; the dashboard says it refreshes every 15 seconds.</a:t>
            </a:r>
          </a:p>
        </p:txBody>
      </p:sp>
    </p:spTree>
    <p:extLst>
      <p:ext uri="{BB962C8B-B14F-4D97-AF65-F5344CB8AC3E}">
        <p14:creationId xmlns:p14="http://schemas.microsoft.com/office/powerpoint/2010/main" val="1078757366"/>
      </p:ext>
    </p:extLst>
  </p:cSld>
</p:sld>
</file>

<file path=ppt/slides/slide8.xml><?xml version="1.0" encoding="utf-8"?>
<p:sld xmlns:p="http://schemas.openxmlformats.org/presentationml/2006/main">
  <p:cSld>
    <p:bg>
      <p:bgPr>
        <a:solidFill xmlns:a="http://schemas.openxmlformats.org/drawingml/2006/main">
          <a:srgbClr val="F3F0E9"/>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DD970A23-0E59-451D-BC4B-79FAC7EA2271}"/>
              </a:ext>
            </a:extLst>
          </p:cNvPr>
          <p:cNvSpPr>
            <a:spLocks xmlns:a="http://schemas.openxmlformats.org/drawingml/2006/main" noGrp="1"/>
          </p:cNvSpPr>
          <p:nvPr/>
        </p:nvSpPr>
        <p:spPr>
          <a:xfrm xmlns:a="http://schemas.openxmlformats.org/drawingml/2006/main">
            <a:off x="0" y="0"/>
            <a:ext cx="12192000" cy="495300"/>
          </a:xfrm>
          <a:prstGeom xmlns:a="http://schemas.openxmlformats.org/drawingml/2006/main" prst="rect">
            <a:avLst/>
          </a:prstGeom>
          <a:solidFill xmlns:a="http://schemas.openxmlformats.org/drawingml/2006/main">
            <a:srgbClr val="1721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BA51721-37A8-4CE7-B580-3DFA50D13825}"/>
              </a:ext>
            </a:extLst>
          </p:cNvPr>
          <p:cNvSpPr>
            <a:spLocks xmlns:a="http://schemas.openxmlformats.org/drawingml/2006/main" noGrp="1"/>
          </p:cNvSpPr>
          <p:nvPr/>
        </p:nvSpPr>
        <p:spPr>
          <a:xfrm xmlns:a="http://schemas.openxmlformats.org/drawingml/2006/main">
            <a:off x="304800" y="114300"/>
            <a:ext cx="247650" cy="257175"/>
          </a:xfrm>
          <a:prstGeom xmlns:a="http://schemas.openxmlformats.org/drawingml/2006/main" prst="roundRect">
            <a:avLst>
              <a:gd name="adj" fmla="val 30769"/>
            </a:avLst>
          </a:prstGeom>
          <a:solidFill xmlns:a="http://schemas.openxmlformats.org/drawingml/2006/main">
            <a:srgbClr val="D95C3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E960264-4FDA-4270-BB32-DC89F01B7374}"/>
              </a:ext>
            </a:extLst>
          </p:cNvPr>
          <p:cNvSpPr>
            <a:spLocks xmlns:a="http://schemas.openxmlformats.org/drawingml/2006/main" noGrp="1"/>
          </p:cNvSpPr>
          <p:nvPr/>
        </p:nvSpPr>
        <p:spPr>
          <a:xfrm xmlns:a="http://schemas.openxmlformats.org/drawingml/2006/main">
            <a:off x="304800" y="104775"/>
            <a:ext cx="247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1">
                <a:solidFill>
                  <a:srgbClr val="FFFFFF"/>
                </a:solidFill>
              </a:defRPr>
            </a:defPPr>
            <a:lvl1pPr algn="ctr">
              <a:buNone/>
              <a:defRPr sz="1275" b="1">
                <a:solidFill>
                  <a:srgbClr val="FFFFFF"/>
                </a:solidFill>
              </a:defRPr>
            </a:lvl1pPr>
            <a:lvl2pPr algn="ctr">
              <a:buNone/>
              <a:defRPr sz="1275" b="1">
                <a:solidFill>
                  <a:srgbClr val="FFFFFF"/>
                </a:solidFill>
              </a:defRPr>
            </a:lvl2pPr>
            <a:lvl3pPr algn="ctr">
              <a:buNone/>
              <a:defRPr sz="1275" b="1">
                <a:solidFill>
                  <a:srgbClr val="FFFFFF"/>
                </a:solidFill>
              </a:defRPr>
            </a:lvl3pPr>
            <a:lvl4pPr algn="ctr">
              <a:buNone/>
              <a:defRPr sz="1275" b="1">
                <a:solidFill>
                  <a:srgbClr val="FFFFFF"/>
                </a:solidFill>
              </a:defRPr>
            </a:lvl4pPr>
            <a:lvl5pPr algn="ctr">
              <a:buNone/>
              <a:defRPr sz="1275" b="1">
                <a:solidFill>
                  <a:srgbClr val="FFFFFF"/>
                </a:solidFill>
              </a:defRPr>
            </a:lvl5pPr>
            <a:lvl6pPr algn="ctr">
              <a:buNone/>
              <a:defRPr sz="1275" b="1">
                <a:solidFill>
                  <a:srgbClr val="FFFFFF"/>
                </a:solidFill>
              </a:defRPr>
            </a:lvl6pPr>
            <a:lvl7pPr algn="ctr">
              <a:buNone/>
              <a:defRPr sz="1275" b="1">
                <a:solidFill>
                  <a:srgbClr val="FFFFFF"/>
                </a:solidFill>
              </a:defRPr>
            </a:lvl7pPr>
            <a:lvl8pPr algn="ctr">
              <a:buNone/>
              <a:defRPr sz="1275" b="1">
                <a:solidFill>
                  <a:srgbClr val="FFFFFF"/>
                </a:solidFill>
              </a:defRPr>
            </a:lvl8pPr>
            <a:lvl9pPr algn="ctr">
              <a:buNone/>
              <a:defRPr sz="1275" b="1">
                <a:solidFill>
                  <a:srgbClr val="FFFFFF"/>
                </a:solidFill>
              </a:defRPr>
            </a:lvl9pPr>
          </a:lstStyle>
          <a:p xmlns:a="http://schemas.openxmlformats.org/drawingml/2006/main">
            <a:pPr algn="ctr">
              <a:buNone/>
              <a:defRPr sz="1275" b="1">
                <a:solidFill>
                  <a:srgbClr val="FFFFFF"/>
                </a:solidFill>
              </a:defRPr>
            </a:pPr>
            <a:r>
              <a:rPr sz="1275" b="1">
                <a:solidFill>
                  <a:srgbClr val="FFFFFF"/>
                </a:solidFill>
              </a:rPr>
              <a:t>F</a:t>
            </a:r>
          </a:p>
        </p:txBody>
      </p:sp>
      <p:sp>
        <p:nvSpPr>
          <p:cNvPr id="4" name="">
            <a:extLst xmlns:a="http://schemas.openxmlformats.org/drawingml/2006/main">
              <a:ext uri="{FF2B5EF4-FFF2-40B4-BE49-F238E27FC236}">
                <a16:creationId xmlns:a16="http://schemas.microsoft.com/office/drawing/2014/main" id="{98D9C93C-D060-4795-B2E1-CB7DD48C03D6}"/>
              </a:ext>
            </a:extLst>
          </p:cNvPr>
          <p:cNvSpPr>
            <a:spLocks xmlns:a="http://schemas.openxmlformats.org/drawingml/2006/main" noGrp="1"/>
          </p:cNvSpPr>
          <p:nvPr/>
        </p:nvSpPr>
        <p:spPr>
          <a:xfrm xmlns:a="http://schemas.openxmlformats.org/drawingml/2006/main">
            <a:off x="676275" y="95250"/>
            <a:ext cx="1714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FFFFFF"/>
                </a:solidFill>
              </a:defRPr>
            </a:defPPr>
            <a:lvl1pPr algn="l">
              <a:buNone/>
              <a:defRPr sz="1425" b="1">
                <a:solidFill>
                  <a:srgbClr val="FFFFFF"/>
                </a:solidFill>
              </a:defRPr>
            </a:lvl1pPr>
            <a:lvl2pPr algn="l">
              <a:buNone/>
              <a:defRPr sz="1425" b="1">
                <a:solidFill>
                  <a:srgbClr val="FFFFFF"/>
                </a:solidFill>
              </a:defRPr>
            </a:lvl2pPr>
            <a:lvl3pPr algn="l">
              <a:buNone/>
              <a:defRPr sz="1425" b="1">
                <a:solidFill>
                  <a:srgbClr val="FFFFFF"/>
                </a:solidFill>
              </a:defRPr>
            </a:lvl3pPr>
            <a:lvl4pPr algn="l">
              <a:buNone/>
              <a:defRPr sz="1425" b="1">
                <a:solidFill>
                  <a:srgbClr val="FFFFFF"/>
                </a:solidFill>
              </a:defRPr>
            </a:lvl4pPr>
            <a:lvl5pPr algn="l">
              <a:buNone/>
              <a:defRPr sz="1425" b="1">
                <a:solidFill>
                  <a:srgbClr val="FFFFFF"/>
                </a:solidFill>
              </a:defRPr>
            </a:lvl5pPr>
            <a:lvl6pPr algn="l">
              <a:buNone/>
              <a:defRPr sz="1425" b="1">
                <a:solidFill>
                  <a:srgbClr val="FFFFFF"/>
                </a:solidFill>
              </a:defRPr>
            </a:lvl6pPr>
            <a:lvl7pPr algn="l">
              <a:buNone/>
              <a:defRPr sz="1425" b="1">
                <a:solidFill>
                  <a:srgbClr val="FFFFFF"/>
                </a:solidFill>
              </a:defRPr>
            </a:lvl7pPr>
            <a:lvl8pPr algn="l">
              <a:buNone/>
              <a:defRPr sz="1425" b="1">
                <a:solidFill>
                  <a:srgbClr val="FFFFFF"/>
                </a:solidFill>
              </a:defRPr>
            </a:lvl8pPr>
            <a:lvl9pPr algn="l">
              <a:buNone/>
              <a:defRPr sz="1425" b="1">
                <a:solidFill>
                  <a:srgbClr val="FFFFFF"/>
                </a:solidFill>
              </a:defRPr>
            </a:lvl9pPr>
          </a:lstStyle>
          <a:p xmlns:a="http://schemas.openxmlformats.org/drawingml/2006/main">
            <a:pPr algn="l">
              <a:buNone/>
              <a:defRPr sz="1425" b="1">
                <a:solidFill>
                  <a:srgbClr val="FFFFFF"/>
                </a:solidFill>
              </a:defRPr>
            </a:pPr>
            <a:r>
              <a:rPr sz="1425" b="1">
                <a:solidFill>
                  <a:srgbClr val="FFFFFF"/>
                </a:solidFill>
              </a:rPr>
              <a:t>ForgeFlow</a:t>
            </a:r>
          </a:p>
        </p:txBody>
      </p:sp>
      <p:sp>
        <p:nvSpPr>
          <p:cNvPr id="5" name="">
            <a:extLst xmlns:a="http://schemas.openxmlformats.org/drawingml/2006/main">
              <a:ext uri="{FF2B5EF4-FFF2-40B4-BE49-F238E27FC236}">
                <a16:creationId xmlns:a16="http://schemas.microsoft.com/office/drawing/2014/main" id="{BF63E4E0-D308-4EB4-AD37-8CB18BF4146A}"/>
              </a:ext>
            </a:extLst>
          </p:cNvPr>
          <p:cNvSpPr>
            <a:spLocks xmlns:a="http://schemas.openxmlformats.org/drawingml/2006/main" noGrp="1"/>
          </p:cNvSpPr>
          <p:nvPr/>
        </p:nvSpPr>
        <p:spPr>
          <a:xfrm xmlns:a="http://schemas.openxmlformats.org/drawingml/2006/main">
            <a:off x="8953500" y="104775"/>
            <a:ext cx="2714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DFE5DF"/>
                </a:solidFill>
              </a:defRPr>
            </a:defPPr>
            <a:lvl1pPr algn="r">
              <a:buNone/>
              <a:defRPr sz="975" b="1">
                <a:solidFill>
                  <a:srgbClr val="DFE5DF"/>
                </a:solidFill>
              </a:defRPr>
            </a:lvl1pPr>
            <a:lvl2pPr algn="r">
              <a:buNone/>
              <a:defRPr sz="975" b="1">
                <a:solidFill>
                  <a:srgbClr val="DFE5DF"/>
                </a:solidFill>
              </a:defRPr>
            </a:lvl2pPr>
            <a:lvl3pPr algn="r">
              <a:buNone/>
              <a:defRPr sz="975" b="1">
                <a:solidFill>
                  <a:srgbClr val="DFE5DF"/>
                </a:solidFill>
              </a:defRPr>
            </a:lvl3pPr>
            <a:lvl4pPr algn="r">
              <a:buNone/>
              <a:defRPr sz="975" b="1">
                <a:solidFill>
                  <a:srgbClr val="DFE5DF"/>
                </a:solidFill>
              </a:defRPr>
            </a:lvl4pPr>
            <a:lvl5pPr algn="r">
              <a:buNone/>
              <a:defRPr sz="975" b="1">
                <a:solidFill>
                  <a:srgbClr val="DFE5DF"/>
                </a:solidFill>
              </a:defRPr>
            </a:lvl5pPr>
            <a:lvl6pPr algn="r">
              <a:buNone/>
              <a:defRPr sz="975" b="1">
                <a:solidFill>
                  <a:srgbClr val="DFE5DF"/>
                </a:solidFill>
              </a:defRPr>
            </a:lvl6pPr>
            <a:lvl7pPr algn="r">
              <a:buNone/>
              <a:defRPr sz="975" b="1">
                <a:solidFill>
                  <a:srgbClr val="DFE5DF"/>
                </a:solidFill>
              </a:defRPr>
            </a:lvl7pPr>
            <a:lvl8pPr algn="r">
              <a:buNone/>
              <a:defRPr sz="975" b="1">
                <a:solidFill>
                  <a:srgbClr val="DFE5DF"/>
                </a:solidFill>
              </a:defRPr>
            </a:lvl8pPr>
            <a:lvl9pPr algn="r">
              <a:buNone/>
              <a:defRPr sz="975" b="1">
                <a:solidFill>
                  <a:srgbClr val="DFE5DF"/>
                </a:solidFill>
              </a:defRPr>
            </a:lvl9pPr>
          </a:lstStyle>
          <a:p xmlns:a="http://schemas.openxmlformats.org/drawingml/2006/main">
            <a:pPr algn="r">
              <a:buNone/>
              <a:defRPr sz="975" b="1">
                <a:solidFill>
                  <a:srgbClr val="DFE5DF"/>
                </a:solidFill>
              </a:defRPr>
            </a:pPr>
            <a:r>
              <a:rPr sz="975" b="1">
                <a:solidFill>
                  <a:srgbClr val="DFE5DF"/>
                </a:solidFill>
              </a:rPr>
              <a:t>SDC HACKATHON 2026</a:t>
            </a:r>
          </a:p>
        </p:txBody>
      </p:sp>
      <p:sp>
        <p:nvSpPr>
          <p:cNvPr id="6" name="">
            <a:extLst xmlns:a="http://schemas.openxmlformats.org/drawingml/2006/main">
              <a:ext uri="{FF2B5EF4-FFF2-40B4-BE49-F238E27FC236}">
                <a16:creationId xmlns:a16="http://schemas.microsoft.com/office/drawing/2014/main" id="{8A08AF8D-2BA5-4CB3-8963-2282B13BEE5F}"/>
              </a:ext>
            </a:extLst>
          </p:cNvPr>
          <p:cNvSpPr>
            <a:spLocks xmlns:a="http://schemas.openxmlformats.org/drawingml/2006/main" noGrp="1"/>
          </p:cNvSpPr>
          <p:nvPr/>
        </p:nvSpPr>
        <p:spPr>
          <a:xfrm xmlns:a="http://schemas.openxmlformats.org/drawingml/2006/main">
            <a:off x="666750" y="7048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D95C3D"/>
                </a:solidFill>
              </a:defRPr>
            </a:defPPr>
            <a:lvl1pPr algn="l">
              <a:buNone/>
              <a:defRPr sz="975" b="1">
                <a:solidFill>
                  <a:srgbClr val="D95C3D"/>
                </a:solidFill>
              </a:defRPr>
            </a:lvl1pPr>
            <a:lvl2pPr algn="l">
              <a:buNone/>
              <a:defRPr sz="975" b="1">
                <a:solidFill>
                  <a:srgbClr val="D95C3D"/>
                </a:solidFill>
              </a:defRPr>
            </a:lvl2pPr>
            <a:lvl3pPr algn="l">
              <a:buNone/>
              <a:defRPr sz="975" b="1">
                <a:solidFill>
                  <a:srgbClr val="D95C3D"/>
                </a:solidFill>
              </a:defRPr>
            </a:lvl3pPr>
            <a:lvl4pPr algn="l">
              <a:buNone/>
              <a:defRPr sz="975" b="1">
                <a:solidFill>
                  <a:srgbClr val="D95C3D"/>
                </a:solidFill>
              </a:defRPr>
            </a:lvl4pPr>
            <a:lvl5pPr algn="l">
              <a:buNone/>
              <a:defRPr sz="975" b="1">
                <a:solidFill>
                  <a:srgbClr val="D95C3D"/>
                </a:solidFill>
              </a:defRPr>
            </a:lvl5pPr>
            <a:lvl6pPr algn="l">
              <a:buNone/>
              <a:defRPr sz="975" b="1">
                <a:solidFill>
                  <a:srgbClr val="D95C3D"/>
                </a:solidFill>
              </a:defRPr>
            </a:lvl6pPr>
            <a:lvl7pPr algn="l">
              <a:buNone/>
              <a:defRPr sz="975" b="1">
                <a:solidFill>
                  <a:srgbClr val="D95C3D"/>
                </a:solidFill>
              </a:defRPr>
            </a:lvl7pPr>
            <a:lvl8pPr algn="l">
              <a:buNone/>
              <a:defRPr sz="975" b="1">
                <a:solidFill>
                  <a:srgbClr val="D95C3D"/>
                </a:solidFill>
              </a:defRPr>
            </a:lvl8pPr>
            <a:lvl9pPr algn="l">
              <a:buNone/>
              <a:defRPr sz="975" b="1">
                <a:solidFill>
                  <a:srgbClr val="D95C3D"/>
                </a:solidFill>
              </a:defRPr>
            </a:lvl9pPr>
          </a:lstStyle>
          <a:p xmlns:a="http://schemas.openxmlformats.org/drawingml/2006/main">
            <a:pPr algn="l">
              <a:buNone/>
              <a:defRPr sz="975" b="1">
                <a:solidFill>
                  <a:srgbClr val="D95C3D"/>
                </a:solidFill>
              </a:defRPr>
            </a:pPr>
            <a:r>
              <a:rPr sz="975" b="1">
                <a:solidFill>
                  <a:srgbClr val="D95C3D"/>
                </a:solidFill>
              </a:rPr>
              <a:t>06 · HUMAN CONTROL</a:t>
            </a:r>
          </a:p>
        </p:txBody>
      </p:sp>
      <p:sp>
        <p:nvSpPr>
          <p:cNvPr id="7" name="">
            <a:extLst xmlns:a="http://schemas.openxmlformats.org/drawingml/2006/main">
              <a:ext uri="{FF2B5EF4-FFF2-40B4-BE49-F238E27FC236}">
                <a16:creationId xmlns:a16="http://schemas.microsoft.com/office/drawing/2014/main" id="{A7ED7D66-7A90-47BC-B0BF-21DDAC8C48AC}"/>
              </a:ext>
            </a:extLst>
          </p:cNvPr>
          <p:cNvSpPr>
            <a:spLocks xmlns:a="http://schemas.openxmlformats.org/drawingml/2006/main" noGrp="1"/>
          </p:cNvSpPr>
          <p:nvPr/>
        </p:nvSpPr>
        <p:spPr>
          <a:xfrm xmlns:a="http://schemas.openxmlformats.org/drawingml/2006/main">
            <a:off x="647700" y="1000125"/>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17211F"/>
                </a:solidFill>
              </a:defRPr>
            </a:defPPr>
            <a:lvl1pPr algn="l">
              <a:buNone/>
              <a:defRPr sz="2550" b="1">
                <a:solidFill>
                  <a:srgbClr val="17211F"/>
                </a:solidFill>
              </a:defRPr>
            </a:lvl1pPr>
            <a:lvl2pPr algn="l">
              <a:buNone/>
              <a:defRPr sz="2550" b="1">
                <a:solidFill>
                  <a:srgbClr val="17211F"/>
                </a:solidFill>
              </a:defRPr>
            </a:lvl2pPr>
            <a:lvl3pPr algn="l">
              <a:buNone/>
              <a:defRPr sz="2550" b="1">
                <a:solidFill>
                  <a:srgbClr val="17211F"/>
                </a:solidFill>
              </a:defRPr>
            </a:lvl3pPr>
            <a:lvl4pPr algn="l">
              <a:buNone/>
              <a:defRPr sz="2550" b="1">
                <a:solidFill>
                  <a:srgbClr val="17211F"/>
                </a:solidFill>
              </a:defRPr>
            </a:lvl4pPr>
            <a:lvl5pPr algn="l">
              <a:buNone/>
              <a:defRPr sz="2550" b="1">
                <a:solidFill>
                  <a:srgbClr val="17211F"/>
                </a:solidFill>
              </a:defRPr>
            </a:lvl5pPr>
            <a:lvl6pPr algn="l">
              <a:buNone/>
              <a:defRPr sz="2550" b="1">
                <a:solidFill>
                  <a:srgbClr val="17211F"/>
                </a:solidFill>
              </a:defRPr>
            </a:lvl6pPr>
            <a:lvl7pPr algn="l">
              <a:buNone/>
              <a:defRPr sz="2550" b="1">
                <a:solidFill>
                  <a:srgbClr val="17211F"/>
                </a:solidFill>
              </a:defRPr>
            </a:lvl7pPr>
            <a:lvl8pPr algn="l">
              <a:buNone/>
              <a:defRPr sz="2550" b="1">
                <a:solidFill>
                  <a:srgbClr val="17211F"/>
                </a:solidFill>
              </a:defRPr>
            </a:lvl8pPr>
            <a:lvl9pPr algn="l">
              <a:buNone/>
              <a:defRPr sz="2550" b="1">
                <a:solidFill>
                  <a:srgbClr val="17211F"/>
                </a:solidFill>
              </a:defRPr>
            </a:lvl9pPr>
          </a:lstStyle>
          <a:p xmlns:a="http://schemas.openxmlformats.org/drawingml/2006/main">
            <a:pPr algn="l">
              <a:buNone/>
              <a:defRPr sz="2550" b="1">
                <a:solidFill>
                  <a:srgbClr val="17211F"/>
                </a:solidFill>
              </a:defRPr>
            </a:pPr>
            <a:r>
              <a:rPr sz="2550" b="1">
                <a:solidFill>
                  <a:srgbClr val="17211F"/>
                </a:solidFill>
              </a:rPr>
              <a:t>The system presents the evidence. People make the key decisions.</a:t>
            </a:r>
          </a:p>
        </p:txBody>
      </p:sp>
      <p:sp>
        <p:nvSpPr>
          <p:cNvPr id="8" name="">
            <a:extLst xmlns:a="http://schemas.openxmlformats.org/drawingml/2006/main">
              <a:ext uri="{FF2B5EF4-FFF2-40B4-BE49-F238E27FC236}">
                <a16:creationId xmlns:a16="http://schemas.microsoft.com/office/drawing/2014/main" id="{A91070AF-1063-4658-A681-4AD5700DD37D}"/>
              </a:ext>
            </a:extLst>
          </p:cNvPr>
          <p:cNvSpPr>
            <a:spLocks xmlns:a="http://schemas.openxmlformats.org/drawingml/2006/main" noGrp="1"/>
          </p:cNvSpPr>
          <p:nvPr/>
        </p:nvSpPr>
        <p:spPr>
          <a:xfrm xmlns:a="http://schemas.openxmlformats.org/drawingml/2006/main">
            <a:off x="666750" y="1562100"/>
            <a:ext cx="10715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96560"/>
                </a:solidFill>
              </a:defRPr>
            </a:defPPr>
            <a:lvl1pPr algn="l">
              <a:buNone/>
              <a:defRPr sz="1275" b="0">
                <a:solidFill>
                  <a:srgbClr val="596560"/>
                </a:solidFill>
              </a:defRPr>
            </a:lvl1pPr>
            <a:lvl2pPr algn="l">
              <a:buNone/>
              <a:defRPr sz="1275" b="0">
                <a:solidFill>
                  <a:srgbClr val="596560"/>
                </a:solidFill>
              </a:defRPr>
            </a:lvl2pPr>
            <a:lvl3pPr algn="l">
              <a:buNone/>
              <a:defRPr sz="1275" b="0">
                <a:solidFill>
                  <a:srgbClr val="596560"/>
                </a:solidFill>
              </a:defRPr>
            </a:lvl3pPr>
            <a:lvl4pPr algn="l">
              <a:buNone/>
              <a:defRPr sz="1275" b="0">
                <a:solidFill>
                  <a:srgbClr val="596560"/>
                </a:solidFill>
              </a:defRPr>
            </a:lvl4pPr>
            <a:lvl5pPr algn="l">
              <a:buNone/>
              <a:defRPr sz="1275" b="0">
                <a:solidFill>
                  <a:srgbClr val="596560"/>
                </a:solidFill>
              </a:defRPr>
            </a:lvl5pPr>
            <a:lvl6pPr algn="l">
              <a:buNone/>
              <a:defRPr sz="1275" b="0">
                <a:solidFill>
                  <a:srgbClr val="596560"/>
                </a:solidFill>
              </a:defRPr>
            </a:lvl6pPr>
            <a:lvl7pPr algn="l">
              <a:buNone/>
              <a:defRPr sz="1275" b="0">
                <a:solidFill>
                  <a:srgbClr val="596560"/>
                </a:solidFill>
              </a:defRPr>
            </a:lvl7pPr>
            <a:lvl8pPr algn="l">
              <a:buNone/>
              <a:defRPr sz="1275" b="0">
                <a:solidFill>
                  <a:srgbClr val="596560"/>
                </a:solidFill>
              </a:defRPr>
            </a:lvl8pPr>
            <a:lvl9pPr algn="l">
              <a:buNone/>
              <a:defRPr sz="1275" b="0">
                <a:solidFill>
                  <a:srgbClr val="596560"/>
                </a:solidFill>
              </a:defRPr>
            </a:lvl9pPr>
          </a:lstStyle>
          <a:p xmlns:a="http://schemas.openxmlformats.org/drawingml/2006/main">
            <a:pPr algn="l">
              <a:buNone/>
              <a:defRPr sz="1275" b="0">
                <a:solidFill>
                  <a:srgbClr val="596560"/>
                </a:solidFill>
              </a:defRPr>
            </a:pPr>
            <a:r>
              <a:rPr sz="1275" b="0">
                <a:solidFill>
                  <a:srgbClr val="596560"/>
                </a:solidFill>
              </a:rPr>
              <a:t>Risk information supports review; it does not approve, reject or release an order automatically.</a:t>
            </a:r>
          </a:p>
        </p:txBody>
      </p:sp>
      <p:sp>
        <p:nvSpPr>
          <p:cNvPr id="9" name="">
            <a:extLst xmlns:a="http://schemas.openxmlformats.org/drawingml/2006/main">
              <a:ext uri="{FF2B5EF4-FFF2-40B4-BE49-F238E27FC236}">
                <a16:creationId xmlns:a16="http://schemas.microsoft.com/office/drawing/2014/main" id="{37BDFF3C-A85B-48A1-A9D5-F4421DD9EF53}"/>
              </a:ext>
            </a:extLst>
          </p:cNvPr>
          <p:cNvSpPr>
            <a:spLocks xmlns:a="http://schemas.openxmlformats.org/drawingml/2006/main" noGrp="1"/>
          </p:cNvSpPr>
          <p:nvPr/>
        </p:nvSpPr>
        <p:spPr>
          <a:xfrm xmlns:a="http://schemas.openxmlformats.org/drawingml/2006/main">
            <a:off x="666750" y="6477000"/>
            <a:ext cx="10858500" cy="9525"/>
          </a:xfrm>
          <a:prstGeom xmlns:a="http://schemas.openxmlformats.org/drawingml/2006/main" prst="rect">
            <a:avLst/>
          </a:prstGeom>
          <a:solidFill xmlns:a="http://schemas.openxmlformats.org/drawingml/2006/main">
            <a:srgbClr val="D8D3C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71FE548-9502-4FA6-AABC-C8602E906602}"/>
              </a:ext>
            </a:extLst>
          </p:cNvPr>
          <p:cNvSpPr>
            <a:spLocks xmlns:a="http://schemas.openxmlformats.org/drawingml/2006/main" noGrp="1"/>
          </p:cNvSpPr>
          <p:nvPr/>
        </p:nvSpPr>
        <p:spPr>
          <a:xfrm xmlns:a="http://schemas.openxmlformats.org/drawingml/2006/main">
            <a:off x="666750" y="651510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96560"/>
                </a:solidFill>
              </a:defRPr>
            </a:defPPr>
            <a:lvl1pPr algn="l">
              <a:buNone/>
              <a:defRPr sz="1125" b="1">
                <a:solidFill>
                  <a:srgbClr val="596560"/>
                </a:solidFill>
              </a:defRPr>
            </a:lvl1pPr>
            <a:lvl2pPr algn="l">
              <a:buNone/>
              <a:defRPr sz="1125" b="1">
                <a:solidFill>
                  <a:srgbClr val="596560"/>
                </a:solidFill>
              </a:defRPr>
            </a:lvl2pPr>
            <a:lvl3pPr algn="l">
              <a:buNone/>
              <a:defRPr sz="1125" b="1">
                <a:solidFill>
                  <a:srgbClr val="596560"/>
                </a:solidFill>
              </a:defRPr>
            </a:lvl3pPr>
            <a:lvl4pPr algn="l">
              <a:buNone/>
              <a:defRPr sz="1125" b="1">
                <a:solidFill>
                  <a:srgbClr val="596560"/>
                </a:solidFill>
              </a:defRPr>
            </a:lvl4pPr>
            <a:lvl5pPr algn="l">
              <a:buNone/>
              <a:defRPr sz="1125" b="1">
                <a:solidFill>
                  <a:srgbClr val="596560"/>
                </a:solidFill>
              </a:defRPr>
            </a:lvl5pPr>
            <a:lvl6pPr algn="l">
              <a:buNone/>
              <a:defRPr sz="1125" b="1">
                <a:solidFill>
                  <a:srgbClr val="596560"/>
                </a:solidFill>
              </a:defRPr>
            </a:lvl6pPr>
            <a:lvl7pPr algn="l">
              <a:buNone/>
              <a:defRPr sz="1125" b="1">
                <a:solidFill>
                  <a:srgbClr val="596560"/>
                </a:solidFill>
              </a:defRPr>
            </a:lvl7pPr>
            <a:lvl8pPr algn="l">
              <a:buNone/>
              <a:defRPr sz="1125" b="1">
                <a:solidFill>
                  <a:srgbClr val="596560"/>
                </a:solidFill>
              </a:defRPr>
            </a:lvl8pPr>
            <a:lvl9pPr algn="l">
              <a:buNone/>
              <a:defRPr sz="1125" b="1">
                <a:solidFill>
                  <a:srgbClr val="596560"/>
                </a:solidFill>
              </a:defRPr>
            </a:lvl9pPr>
          </a:lstStyle>
          <a:p xmlns:a="http://schemas.openxmlformats.org/drawingml/2006/main">
            <a:pPr algn="l">
              <a:buNone/>
              <a:defRPr sz="1125" b="1">
                <a:solidFill>
                  <a:srgbClr val="596560"/>
                </a:solidFill>
              </a:defRPr>
            </a:pPr>
            <a:r>
              <a:rPr sz="1125" b="1">
                <a:solidFill>
                  <a:srgbClr val="596560"/>
                </a:solidFill>
              </a:rPr>
              <a:t>Team: Debug The World</a:t>
            </a:r>
          </a:p>
        </p:txBody>
      </p:sp>
      <p:sp>
        <p:nvSpPr>
          <p:cNvPr id="11" name="">
            <a:extLst xmlns:a="http://schemas.openxmlformats.org/drawingml/2006/main">
              <a:ext uri="{FF2B5EF4-FFF2-40B4-BE49-F238E27FC236}">
                <a16:creationId xmlns:a16="http://schemas.microsoft.com/office/drawing/2014/main" id="{A5AE9C73-0EA6-46EE-BDD7-DAABEF8C3A11}"/>
              </a:ext>
            </a:extLst>
          </p:cNvPr>
          <p:cNvSpPr>
            <a:spLocks xmlns:a="http://schemas.openxmlformats.org/drawingml/2006/main" noGrp="1"/>
          </p:cNvSpPr>
          <p:nvPr/>
        </p:nvSpPr>
        <p:spPr>
          <a:xfrm xmlns:a="http://schemas.openxmlformats.org/drawingml/2006/main">
            <a:off x="11163300" y="6543675"/>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1">
                <a:solidFill>
                  <a:srgbClr val="596560"/>
                </a:solidFill>
              </a:defRPr>
            </a:defPPr>
            <a:lvl1pPr algn="r">
              <a:buNone/>
              <a:defRPr sz="900" b="1">
                <a:solidFill>
                  <a:srgbClr val="596560"/>
                </a:solidFill>
              </a:defRPr>
            </a:lvl1pPr>
            <a:lvl2pPr algn="r">
              <a:buNone/>
              <a:defRPr sz="900" b="1">
                <a:solidFill>
                  <a:srgbClr val="596560"/>
                </a:solidFill>
              </a:defRPr>
            </a:lvl2pPr>
            <a:lvl3pPr algn="r">
              <a:buNone/>
              <a:defRPr sz="900" b="1">
                <a:solidFill>
                  <a:srgbClr val="596560"/>
                </a:solidFill>
              </a:defRPr>
            </a:lvl3pPr>
            <a:lvl4pPr algn="r">
              <a:buNone/>
              <a:defRPr sz="900" b="1">
                <a:solidFill>
                  <a:srgbClr val="596560"/>
                </a:solidFill>
              </a:defRPr>
            </a:lvl4pPr>
            <a:lvl5pPr algn="r">
              <a:buNone/>
              <a:defRPr sz="900" b="1">
                <a:solidFill>
                  <a:srgbClr val="596560"/>
                </a:solidFill>
              </a:defRPr>
            </a:lvl5pPr>
            <a:lvl6pPr algn="r">
              <a:buNone/>
              <a:defRPr sz="900" b="1">
                <a:solidFill>
                  <a:srgbClr val="596560"/>
                </a:solidFill>
              </a:defRPr>
            </a:lvl6pPr>
            <a:lvl7pPr algn="r">
              <a:buNone/>
              <a:defRPr sz="900" b="1">
                <a:solidFill>
                  <a:srgbClr val="596560"/>
                </a:solidFill>
              </a:defRPr>
            </a:lvl7pPr>
            <a:lvl8pPr algn="r">
              <a:buNone/>
              <a:defRPr sz="900" b="1">
                <a:solidFill>
                  <a:srgbClr val="596560"/>
                </a:solidFill>
              </a:defRPr>
            </a:lvl8pPr>
            <a:lvl9pPr algn="r">
              <a:buNone/>
              <a:defRPr sz="900" b="1">
                <a:solidFill>
                  <a:srgbClr val="596560"/>
                </a:solidFill>
              </a:defRPr>
            </a:lvl9pPr>
          </a:lstStyle>
          <a:p xmlns:a="http://schemas.openxmlformats.org/drawingml/2006/main">
            <a:pPr algn="r">
              <a:buNone/>
              <a:defRPr sz="900" b="1">
                <a:solidFill>
                  <a:srgbClr val="596560"/>
                </a:solidFill>
              </a:defRPr>
            </a:pPr>
            <a:r>
              <a:rPr sz="900" b="1">
                <a:solidFill>
                  <a:srgbClr val="596560"/>
                </a:solidFill>
              </a:rPr>
              <a:t>08</a:t>
            </a:r>
          </a:p>
        </p:txBody>
      </p:sp>
      <p:sp>
        <p:nvSpPr>
          <p:cNvPr id="12" name="">
            <a:extLst xmlns:a="http://schemas.openxmlformats.org/drawingml/2006/main">
              <a:ext uri="{FF2B5EF4-FFF2-40B4-BE49-F238E27FC236}">
                <a16:creationId xmlns:a16="http://schemas.microsoft.com/office/drawing/2014/main" id="{307E9C79-497A-460F-883E-2A67D75A54C5}"/>
              </a:ext>
            </a:extLst>
          </p:cNvPr>
          <p:cNvSpPr>
            <a:spLocks xmlns:a="http://schemas.openxmlformats.org/drawingml/2006/main" noGrp="1"/>
          </p:cNvSpPr>
          <p:nvPr/>
        </p:nvSpPr>
        <p:spPr>
          <a:xfrm xmlns:a="http://schemas.openxmlformats.org/drawingml/2006/main">
            <a:off x="666750" y="2171700"/>
            <a:ext cx="2476500" cy="457200"/>
          </a:xfrm>
          <a:prstGeom xmlns:a="http://schemas.openxmlformats.org/drawingml/2006/main" prst="rect">
            <a:avLst/>
          </a:prstGeom>
          <a:solidFill xmlns:a="http://schemas.openxmlformats.org/drawingml/2006/main">
            <a:srgbClr val="22312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390EFF8-A92E-407D-8367-47A78470E210}"/>
              </a:ext>
            </a:extLst>
          </p:cNvPr>
          <p:cNvSpPr>
            <a:spLocks xmlns:a="http://schemas.openxmlformats.org/drawingml/2006/main" noGrp="1"/>
          </p:cNvSpPr>
          <p:nvPr/>
        </p:nvSpPr>
        <p:spPr>
          <a:xfrm xmlns:a="http://schemas.openxmlformats.org/drawingml/2006/main">
            <a:off x="781050" y="2228850"/>
            <a:ext cx="2247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FFFFFF"/>
                </a:solidFill>
              </a:defRPr>
            </a:defPPr>
            <a:lvl1pPr algn="l">
              <a:buNone/>
              <a:defRPr sz="1125" b="1">
                <a:solidFill>
                  <a:srgbClr val="FFFFFF"/>
                </a:solidFill>
              </a:defRPr>
            </a:lvl1pPr>
            <a:lvl2pPr algn="l">
              <a:buNone/>
              <a:defRPr sz="1125" b="1">
                <a:solidFill>
                  <a:srgbClr val="FFFFFF"/>
                </a:solidFill>
              </a:defRPr>
            </a:lvl2pPr>
            <a:lvl3pPr algn="l">
              <a:buNone/>
              <a:defRPr sz="1125" b="1">
                <a:solidFill>
                  <a:srgbClr val="FFFFFF"/>
                </a:solidFill>
              </a:defRPr>
            </a:lvl3pPr>
            <a:lvl4pPr algn="l">
              <a:buNone/>
              <a:defRPr sz="1125" b="1">
                <a:solidFill>
                  <a:srgbClr val="FFFFFF"/>
                </a:solidFill>
              </a:defRPr>
            </a:lvl4pPr>
            <a:lvl5pPr algn="l">
              <a:buNone/>
              <a:defRPr sz="1125" b="1">
                <a:solidFill>
                  <a:srgbClr val="FFFFFF"/>
                </a:solidFill>
              </a:defRPr>
            </a:lvl5pPr>
            <a:lvl6pPr algn="l">
              <a:buNone/>
              <a:defRPr sz="1125" b="1">
                <a:solidFill>
                  <a:srgbClr val="FFFFFF"/>
                </a:solidFill>
              </a:defRPr>
            </a:lvl6pPr>
            <a:lvl7pPr algn="l">
              <a:buNone/>
              <a:defRPr sz="1125" b="1">
                <a:solidFill>
                  <a:srgbClr val="FFFFFF"/>
                </a:solidFill>
              </a:defRPr>
            </a:lvl7pPr>
            <a:lvl8pPr algn="l">
              <a:buNone/>
              <a:defRPr sz="1125" b="1">
                <a:solidFill>
                  <a:srgbClr val="FFFFFF"/>
                </a:solidFill>
              </a:defRPr>
            </a:lvl8pPr>
            <a:lvl9pPr algn="l">
              <a:buNone/>
              <a:defRPr sz="1125" b="1">
                <a:solidFill>
                  <a:srgbClr val="FFFFFF"/>
                </a:solidFill>
              </a:defRPr>
            </a:lvl9pPr>
          </a:lstStyle>
          <a:p xmlns:a="http://schemas.openxmlformats.org/drawingml/2006/main">
            <a:pPr algn="l">
              <a:buNone/>
              <a:defRPr sz="1125" b="1">
                <a:solidFill>
                  <a:srgbClr val="FFFFFF"/>
                </a:solidFill>
              </a:defRPr>
            </a:pPr>
            <a:r>
              <a:rPr sz="1125" b="1">
                <a:solidFill>
                  <a:srgbClr val="FFFFFF"/>
                </a:solidFill>
              </a:rPr>
              <a:t>Action / record</a:t>
            </a:r>
          </a:p>
        </p:txBody>
      </p:sp>
      <p:sp>
        <p:nvSpPr>
          <p:cNvPr id="14" name="">
            <a:extLst xmlns:a="http://schemas.openxmlformats.org/drawingml/2006/main">
              <a:ext uri="{FF2B5EF4-FFF2-40B4-BE49-F238E27FC236}">
                <a16:creationId xmlns:a16="http://schemas.microsoft.com/office/drawing/2014/main" id="{A219EF8A-F7F3-4FEE-937C-D3EA2EF7D3DF}"/>
              </a:ext>
            </a:extLst>
          </p:cNvPr>
          <p:cNvSpPr>
            <a:spLocks xmlns:a="http://schemas.openxmlformats.org/drawingml/2006/main" noGrp="1"/>
          </p:cNvSpPr>
          <p:nvPr/>
        </p:nvSpPr>
        <p:spPr>
          <a:xfrm xmlns:a="http://schemas.openxmlformats.org/drawingml/2006/main">
            <a:off x="3143250" y="2171700"/>
            <a:ext cx="2857500" cy="457200"/>
          </a:xfrm>
          <a:prstGeom xmlns:a="http://schemas.openxmlformats.org/drawingml/2006/main" prst="rect">
            <a:avLst/>
          </a:prstGeom>
          <a:solidFill xmlns:a="http://schemas.openxmlformats.org/drawingml/2006/main">
            <a:srgbClr val="17211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4093FA5-4166-49CB-9A4C-158748850865}"/>
              </a:ext>
            </a:extLst>
          </p:cNvPr>
          <p:cNvSpPr>
            <a:spLocks xmlns:a="http://schemas.openxmlformats.org/drawingml/2006/main" noGrp="1"/>
          </p:cNvSpPr>
          <p:nvPr/>
        </p:nvSpPr>
        <p:spPr>
          <a:xfrm xmlns:a="http://schemas.openxmlformats.org/drawingml/2006/main">
            <a:off x="3257550" y="2228850"/>
            <a:ext cx="2628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125" b="1">
                <a:solidFill>
                  <a:srgbClr val="FFFFFF"/>
                </a:solidFill>
              </a:defRPr>
            </a:defPPr>
            <a:lvl1pPr algn="ctr">
              <a:buNone/>
              <a:defRPr sz="1125" b="1">
                <a:solidFill>
                  <a:srgbClr val="FFFFFF"/>
                </a:solidFill>
              </a:defRPr>
            </a:lvl1pPr>
            <a:lvl2pPr algn="ctr">
              <a:buNone/>
              <a:defRPr sz="1125" b="1">
                <a:solidFill>
                  <a:srgbClr val="FFFFFF"/>
                </a:solidFill>
              </a:defRPr>
            </a:lvl2pPr>
            <a:lvl3pPr algn="ctr">
              <a:buNone/>
              <a:defRPr sz="1125" b="1">
                <a:solidFill>
                  <a:srgbClr val="FFFFFF"/>
                </a:solidFill>
              </a:defRPr>
            </a:lvl3pPr>
            <a:lvl4pPr algn="ctr">
              <a:buNone/>
              <a:defRPr sz="1125" b="1">
                <a:solidFill>
                  <a:srgbClr val="FFFFFF"/>
                </a:solidFill>
              </a:defRPr>
            </a:lvl4pPr>
            <a:lvl5pPr algn="ctr">
              <a:buNone/>
              <a:defRPr sz="1125" b="1">
                <a:solidFill>
                  <a:srgbClr val="FFFFFF"/>
                </a:solidFill>
              </a:defRPr>
            </a:lvl5pPr>
            <a:lvl6pPr algn="ctr">
              <a:buNone/>
              <a:defRPr sz="1125" b="1">
                <a:solidFill>
                  <a:srgbClr val="FFFFFF"/>
                </a:solidFill>
              </a:defRPr>
            </a:lvl6pPr>
            <a:lvl7pPr algn="ctr">
              <a:buNone/>
              <a:defRPr sz="1125" b="1">
                <a:solidFill>
                  <a:srgbClr val="FFFFFF"/>
                </a:solidFill>
              </a:defRPr>
            </a:lvl7pPr>
            <a:lvl8pPr algn="ctr">
              <a:buNone/>
              <a:defRPr sz="1125" b="1">
                <a:solidFill>
                  <a:srgbClr val="FFFFFF"/>
                </a:solidFill>
              </a:defRPr>
            </a:lvl8pPr>
            <a:lvl9pPr algn="ctr">
              <a:buNone/>
              <a:defRPr sz="1125" b="1">
                <a:solidFill>
                  <a:srgbClr val="FFFFFF"/>
                </a:solidFill>
              </a:defRPr>
            </a:lvl9pPr>
          </a:lstStyle>
          <a:p xmlns:a="http://schemas.openxmlformats.org/drawingml/2006/main">
            <a:pPr algn="ctr">
              <a:buNone/>
              <a:defRPr sz="1125" b="1">
                <a:solidFill>
                  <a:srgbClr val="FFFFFF"/>
                </a:solidFill>
              </a:defRPr>
            </a:pPr>
            <a:r>
              <a:rPr sz="1125" b="1">
                <a:solidFill>
                  <a:srgbClr val="FFFFFF"/>
                </a:solidFill>
              </a:rPr>
              <a:t>Sales / customer side</a:t>
            </a:r>
          </a:p>
        </p:txBody>
      </p:sp>
      <p:sp>
        <p:nvSpPr>
          <p:cNvPr id="16" name="">
            <a:extLst xmlns:a="http://schemas.openxmlformats.org/drawingml/2006/main">
              <a:ext uri="{FF2B5EF4-FFF2-40B4-BE49-F238E27FC236}">
                <a16:creationId xmlns:a16="http://schemas.microsoft.com/office/drawing/2014/main" id="{614EA588-9D7C-4856-8492-9E0A5209DC60}"/>
              </a:ext>
            </a:extLst>
          </p:cNvPr>
          <p:cNvSpPr>
            <a:spLocks xmlns:a="http://schemas.openxmlformats.org/drawingml/2006/main" noGrp="1"/>
          </p:cNvSpPr>
          <p:nvPr/>
        </p:nvSpPr>
        <p:spPr>
          <a:xfrm xmlns:a="http://schemas.openxmlformats.org/drawingml/2006/main">
            <a:off x="6000750" y="2171700"/>
            <a:ext cx="2857500" cy="457200"/>
          </a:xfrm>
          <a:prstGeom xmlns:a="http://schemas.openxmlformats.org/drawingml/2006/main" prst="rect">
            <a:avLst/>
          </a:prstGeom>
          <a:solidFill xmlns:a="http://schemas.openxmlformats.org/drawingml/2006/main">
            <a:srgbClr val="17211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36F5813-0E7B-44A8-AB63-21579655303D}"/>
              </a:ext>
            </a:extLst>
          </p:cNvPr>
          <p:cNvSpPr>
            <a:spLocks xmlns:a="http://schemas.openxmlformats.org/drawingml/2006/main" noGrp="1"/>
          </p:cNvSpPr>
          <p:nvPr/>
        </p:nvSpPr>
        <p:spPr>
          <a:xfrm xmlns:a="http://schemas.openxmlformats.org/drawingml/2006/main">
            <a:off x="6115050" y="2228850"/>
            <a:ext cx="2628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125" b="1">
                <a:solidFill>
                  <a:srgbClr val="FFFFFF"/>
                </a:solidFill>
              </a:defRPr>
            </a:defPPr>
            <a:lvl1pPr algn="ctr">
              <a:buNone/>
              <a:defRPr sz="1125" b="1">
                <a:solidFill>
                  <a:srgbClr val="FFFFFF"/>
                </a:solidFill>
              </a:defRPr>
            </a:lvl1pPr>
            <a:lvl2pPr algn="ctr">
              <a:buNone/>
              <a:defRPr sz="1125" b="1">
                <a:solidFill>
                  <a:srgbClr val="FFFFFF"/>
                </a:solidFill>
              </a:defRPr>
            </a:lvl2pPr>
            <a:lvl3pPr algn="ctr">
              <a:buNone/>
              <a:defRPr sz="1125" b="1">
                <a:solidFill>
                  <a:srgbClr val="FFFFFF"/>
                </a:solidFill>
              </a:defRPr>
            </a:lvl3pPr>
            <a:lvl4pPr algn="ctr">
              <a:buNone/>
              <a:defRPr sz="1125" b="1">
                <a:solidFill>
                  <a:srgbClr val="FFFFFF"/>
                </a:solidFill>
              </a:defRPr>
            </a:lvl4pPr>
            <a:lvl5pPr algn="ctr">
              <a:buNone/>
              <a:defRPr sz="1125" b="1">
                <a:solidFill>
                  <a:srgbClr val="FFFFFF"/>
                </a:solidFill>
              </a:defRPr>
            </a:lvl5pPr>
            <a:lvl6pPr algn="ctr">
              <a:buNone/>
              <a:defRPr sz="1125" b="1">
                <a:solidFill>
                  <a:srgbClr val="FFFFFF"/>
                </a:solidFill>
              </a:defRPr>
            </a:lvl6pPr>
            <a:lvl7pPr algn="ctr">
              <a:buNone/>
              <a:defRPr sz="1125" b="1">
                <a:solidFill>
                  <a:srgbClr val="FFFFFF"/>
                </a:solidFill>
              </a:defRPr>
            </a:lvl7pPr>
            <a:lvl8pPr algn="ctr">
              <a:buNone/>
              <a:defRPr sz="1125" b="1">
                <a:solidFill>
                  <a:srgbClr val="FFFFFF"/>
                </a:solidFill>
              </a:defRPr>
            </a:lvl8pPr>
            <a:lvl9pPr algn="ctr">
              <a:buNone/>
              <a:defRPr sz="1125" b="1">
                <a:solidFill>
                  <a:srgbClr val="FFFFFF"/>
                </a:solidFill>
              </a:defRPr>
            </a:lvl9pPr>
          </a:lstStyle>
          <a:p xmlns:a="http://schemas.openxmlformats.org/drawingml/2006/main">
            <a:pPr algn="ctr">
              <a:buNone/>
              <a:defRPr sz="1125" b="1">
                <a:solidFill>
                  <a:srgbClr val="FFFFFF"/>
                </a:solidFill>
              </a:defRPr>
            </a:pPr>
            <a:r>
              <a:rPr sz="1125" b="1">
                <a:solidFill>
                  <a:srgbClr val="FFFFFF"/>
                </a:solidFill>
              </a:rPr>
              <a:t>Manager</a:t>
            </a:r>
          </a:p>
        </p:txBody>
      </p:sp>
      <p:sp>
        <p:nvSpPr>
          <p:cNvPr id="18" name="">
            <a:extLst xmlns:a="http://schemas.openxmlformats.org/drawingml/2006/main">
              <a:ext uri="{FF2B5EF4-FFF2-40B4-BE49-F238E27FC236}">
                <a16:creationId xmlns:a16="http://schemas.microsoft.com/office/drawing/2014/main" id="{C3E74C96-413A-4A02-B7A1-000224295FC6}"/>
              </a:ext>
            </a:extLst>
          </p:cNvPr>
          <p:cNvSpPr>
            <a:spLocks xmlns:a="http://schemas.openxmlformats.org/drawingml/2006/main" noGrp="1"/>
          </p:cNvSpPr>
          <p:nvPr/>
        </p:nvSpPr>
        <p:spPr>
          <a:xfrm xmlns:a="http://schemas.openxmlformats.org/drawingml/2006/main">
            <a:off x="8858250" y="2171700"/>
            <a:ext cx="2667000" cy="457200"/>
          </a:xfrm>
          <a:prstGeom xmlns:a="http://schemas.openxmlformats.org/drawingml/2006/main" prst="rect">
            <a:avLst/>
          </a:prstGeom>
          <a:solidFill xmlns:a="http://schemas.openxmlformats.org/drawingml/2006/main">
            <a:srgbClr val="17211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5FE2FDC-F784-4EC1-A84B-9C070AF29AE7}"/>
              </a:ext>
            </a:extLst>
          </p:cNvPr>
          <p:cNvSpPr>
            <a:spLocks xmlns:a="http://schemas.openxmlformats.org/drawingml/2006/main" noGrp="1"/>
          </p:cNvSpPr>
          <p:nvPr/>
        </p:nvSpPr>
        <p:spPr>
          <a:xfrm xmlns:a="http://schemas.openxmlformats.org/drawingml/2006/main">
            <a:off x="8972550" y="2228850"/>
            <a:ext cx="2438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125" b="1">
                <a:solidFill>
                  <a:srgbClr val="FFFFFF"/>
                </a:solidFill>
              </a:defRPr>
            </a:defPPr>
            <a:lvl1pPr algn="ctr">
              <a:buNone/>
              <a:defRPr sz="1125" b="1">
                <a:solidFill>
                  <a:srgbClr val="FFFFFF"/>
                </a:solidFill>
              </a:defRPr>
            </a:lvl1pPr>
            <a:lvl2pPr algn="ctr">
              <a:buNone/>
              <a:defRPr sz="1125" b="1">
                <a:solidFill>
                  <a:srgbClr val="FFFFFF"/>
                </a:solidFill>
              </a:defRPr>
            </a:lvl2pPr>
            <a:lvl3pPr algn="ctr">
              <a:buNone/>
              <a:defRPr sz="1125" b="1">
                <a:solidFill>
                  <a:srgbClr val="FFFFFF"/>
                </a:solidFill>
              </a:defRPr>
            </a:lvl3pPr>
            <a:lvl4pPr algn="ctr">
              <a:buNone/>
              <a:defRPr sz="1125" b="1">
                <a:solidFill>
                  <a:srgbClr val="FFFFFF"/>
                </a:solidFill>
              </a:defRPr>
            </a:lvl4pPr>
            <a:lvl5pPr algn="ctr">
              <a:buNone/>
              <a:defRPr sz="1125" b="1">
                <a:solidFill>
                  <a:srgbClr val="FFFFFF"/>
                </a:solidFill>
              </a:defRPr>
            </a:lvl5pPr>
            <a:lvl6pPr algn="ctr">
              <a:buNone/>
              <a:defRPr sz="1125" b="1">
                <a:solidFill>
                  <a:srgbClr val="FFFFFF"/>
                </a:solidFill>
              </a:defRPr>
            </a:lvl6pPr>
            <a:lvl7pPr algn="ctr">
              <a:buNone/>
              <a:defRPr sz="1125" b="1">
                <a:solidFill>
                  <a:srgbClr val="FFFFFF"/>
                </a:solidFill>
              </a:defRPr>
            </a:lvl7pPr>
            <a:lvl8pPr algn="ctr">
              <a:buNone/>
              <a:defRPr sz="1125" b="1">
                <a:solidFill>
                  <a:srgbClr val="FFFFFF"/>
                </a:solidFill>
              </a:defRPr>
            </a:lvl8pPr>
            <a:lvl9pPr algn="ctr">
              <a:buNone/>
              <a:defRPr sz="1125" b="1">
                <a:solidFill>
                  <a:srgbClr val="FFFFFF"/>
                </a:solidFill>
              </a:defRPr>
            </a:lvl9pPr>
          </a:lstStyle>
          <a:p xmlns:a="http://schemas.openxmlformats.org/drawingml/2006/main">
            <a:pPr algn="ctr">
              <a:buNone/>
              <a:defRPr sz="1125" b="1">
                <a:solidFill>
                  <a:srgbClr val="FFFFFF"/>
                </a:solidFill>
              </a:defRPr>
            </a:pPr>
            <a:r>
              <a:rPr sz="1125" b="1">
                <a:solidFill>
                  <a:srgbClr val="FFFFFF"/>
                </a:solidFill>
              </a:rPr>
              <a:t>Factory Operator</a:t>
            </a:r>
          </a:p>
        </p:txBody>
      </p:sp>
      <p:sp>
        <p:nvSpPr>
          <p:cNvPr id="20" name="">
            <a:extLst xmlns:a="http://schemas.openxmlformats.org/drawingml/2006/main">
              <a:ext uri="{FF2B5EF4-FFF2-40B4-BE49-F238E27FC236}">
                <a16:creationId xmlns:a16="http://schemas.microsoft.com/office/drawing/2014/main" id="{4892307F-D550-4486-B865-B73BB9E4C1EE}"/>
              </a:ext>
            </a:extLst>
          </p:cNvPr>
          <p:cNvSpPr>
            <a:spLocks xmlns:a="http://schemas.openxmlformats.org/drawingml/2006/main" noGrp="1"/>
          </p:cNvSpPr>
          <p:nvPr/>
        </p:nvSpPr>
        <p:spPr>
          <a:xfrm xmlns:a="http://schemas.openxmlformats.org/drawingml/2006/main">
            <a:off x="666750" y="2628900"/>
            <a:ext cx="2476500" cy="723900"/>
          </a:xfrm>
          <a:prstGeom xmlns:a="http://schemas.openxmlformats.org/drawingml/2006/main" prst="rect">
            <a:avLst/>
          </a:prstGeom>
          <a:solidFill xmlns:a="http://schemas.openxmlformats.org/drawingml/2006/main">
            <a:srgbClr val="EAE7DF"/>
          </a:solidFill>
          <a:ln xmlns:a="http://schemas.openxmlformats.org/drawingml/2006/main" w="9525">
            <a:solidFill>
              <a:srgbClr val="D8D3CA"/>
            </a:solidFill>
            <a:prstDash val="solid"/>
          </a:ln>
        </p:spPr>
      </p:sp>
      <p:sp>
        <p:nvSpPr>
          <p:cNvPr id="21" name="">
            <a:extLst xmlns:a="http://schemas.openxmlformats.org/drawingml/2006/main">
              <a:ext uri="{FF2B5EF4-FFF2-40B4-BE49-F238E27FC236}">
                <a16:creationId xmlns:a16="http://schemas.microsoft.com/office/drawing/2014/main" id="{37DE678D-6D8F-4089-848C-1D3D0812FB16}"/>
              </a:ext>
            </a:extLst>
          </p:cNvPr>
          <p:cNvSpPr>
            <a:spLocks xmlns:a="http://schemas.openxmlformats.org/drawingml/2006/main" noGrp="1"/>
          </p:cNvSpPr>
          <p:nvPr/>
        </p:nvSpPr>
        <p:spPr>
          <a:xfrm xmlns:a="http://schemas.openxmlformats.org/drawingml/2006/main">
            <a:off x="790575" y="2705100"/>
            <a:ext cx="2228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7211F"/>
                </a:solidFill>
              </a:defRPr>
            </a:defPPr>
            <a:lvl1pPr algn="l">
              <a:buNone/>
              <a:defRPr sz="1050" b="1">
                <a:solidFill>
                  <a:srgbClr val="17211F"/>
                </a:solidFill>
              </a:defRPr>
            </a:lvl1pPr>
            <a:lvl2pPr algn="l">
              <a:buNone/>
              <a:defRPr sz="1050" b="1">
                <a:solidFill>
                  <a:srgbClr val="17211F"/>
                </a:solidFill>
              </a:defRPr>
            </a:lvl2pPr>
            <a:lvl3pPr algn="l">
              <a:buNone/>
              <a:defRPr sz="1050" b="1">
                <a:solidFill>
                  <a:srgbClr val="17211F"/>
                </a:solidFill>
              </a:defRPr>
            </a:lvl3pPr>
            <a:lvl4pPr algn="l">
              <a:buNone/>
              <a:defRPr sz="1050" b="1">
                <a:solidFill>
                  <a:srgbClr val="17211F"/>
                </a:solidFill>
              </a:defRPr>
            </a:lvl4pPr>
            <a:lvl5pPr algn="l">
              <a:buNone/>
              <a:defRPr sz="1050" b="1">
                <a:solidFill>
                  <a:srgbClr val="17211F"/>
                </a:solidFill>
              </a:defRPr>
            </a:lvl5pPr>
            <a:lvl6pPr algn="l">
              <a:buNone/>
              <a:defRPr sz="1050" b="1">
                <a:solidFill>
                  <a:srgbClr val="17211F"/>
                </a:solidFill>
              </a:defRPr>
            </a:lvl6pPr>
            <a:lvl7pPr algn="l">
              <a:buNone/>
              <a:defRPr sz="1050" b="1">
                <a:solidFill>
                  <a:srgbClr val="17211F"/>
                </a:solidFill>
              </a:defRPr>
            </a:lvl7pPr>
            <a:lvl8pPr algn="l">
              <a:buNone/>
              <a:defRPr sz="1050" b="1">
                <a:solidFill>
                  <a:srgbClr val="17211F"/>
                </a:solidFill>
              </a:defRPr>
            </a:lvl8pPr>
            <a:lvl9pPr algn="l">
              <a:buNone/>
              <a:defRPr sz="1050" b="1">
                <a:solidFill>
                  <a:srgbClr val="17211F"/>
                </a:solidFill>
              </a:defRPr>
            </a:lvl9pPr>
          </a:lstStyle>
          <a:p xmlns:a="http://schemas.openxmlformats.org/drawingml/2006/main">
            <a:pPr algn="l">
              <a:buNone/>
              <a:defRPr sz="1050" b="1">
                <a:solidFill>
                  <a:srgbClr val="17211F"/>
                </a:solidFill>
              </a:defRPr>
            </a:pPr>
            <a:r>
              <a:rPr sz="1050" b="1">
                <a:solidFill>
                  <a:srgbClr val="17211F"/>
                </a:solidFill>
              </a:rPr>
              <a:t>View order status</a:t>
            </a:r>
          </a:p>
        </p:txBody>
      </p:sp>
      <p:sp>
        <p:nvSpPr>
          <p:cNvPr id="22" name="">
            <a:extLst xmlns:a="http://schemas.openxmlformats.org/drawingml/2006/main">
              <a:ext uri="{FF2B5EF4-FFF2-40B4-BE49-F238E27FC236}">
                <a16:creationId xmlns:a16="http://schemas.microsoft.com/office/drawing/2014/main" id="{D66BA880-4EB6-4BF8-B5CE-40E5203E1F68}"/>
              </a:ext>
            </a:extLst>
          </p:cNvPr>
          <p:cNvSpPr>
            <a:spLocks xmlns:a="http://schemas.openxmlformats.org/drawingml/2006/main" noGrp="1"/>
          </p:cNvSpPr>
          <p:nvPr/>
        </p:nvSpPr>
        <p:spPr>
          <a:xfrm xmlns:a="http://schemas.openxmlformats.org/drawingml/2006/main">
            <a:off x="3143250" y="2628900"/>
            <a:ext cx="2857500" cy="723900"/>
          </a:xfrm>
          <a:prstGeom xmlns:a="http://schemas.openxmlformats.org/drawingml/2006/main" prst="rect">
            <a:avLst/>
          </a:prstGeom>
          <a:solidFill xmlns:a="http://schemas.openxmlformats.org/drawingml/2006/main">
            <a:srgbClr val="EAE7DF"/>
          </a:solidFill>
          <a:ln xmlns:a="http://schemas.openxmlformats.org/drawingml/2006/main" w="9525">
            <a:solidFill>
              <a:srgbClr val="D8D3CA"/>
            </a:solidFill>
            <a:prstDash val="solid"/>
          </a:ln>
        </p:spPr>
      </p:sp>
      <p:sp>
        <p:nvSpPr>
          <p:cNvPr id="23" name="">
            <a:extLst xmlns:a="http://schemas.openxmlformats.org/drawingml/2006/main">
              <a:ext uri="{FF2B5EF4-FFF2-40B4-BE49-F238E27FC236}">
                <a16:creationId xmlns:a16="http://schemas.microsoft.com/office/drawing/2014/main" id="{473956E8-0A2E-408E-98B6-7F4F5013DB72}"/>
              </a:ext>
            </a:extLst>
          </p:cNvPr>
          <p:cNvSpPr>
            <a:spLocks xmlns:a="http://schemas.openxmlformats.org/drawingml/2006/main" noGrp="1"/>
          </p:cNvSpPr>
          <p:nvPr/>
        </p:nvSpPr>
        <p:spPr>
          <a:xfrm xmlns:a="http://schemas.openxmlformats.org/drawingml/2006/main">
            <a:off x="3267075" y="2705100"/>
            <a:ext cx="2609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0">
                <a:solidFill>
                  <a:srgbClr val="596560"/>
                </a:solidFill>
              </a:defRPr>
            </a:defPPr>
            <a:lvl1pPr algn="l">
              <a:buNone/>
              <a:defRPr sz="1050" b="0">
                <a:solidFill>
                  <a:srgbClr val="596560"/>
                </a:solidFill>
              </a:defRPr>
            </a:lvl1pPr>
            <a:lvl2pPr algn="l">
              <a:buNone/>
              <a:defRPr sz="1050" b="0">
                <a:solidFill>
                  <a:srgbClr val="596560"/>
                </a:solidFill>
              </a:defRPr>
            </a:lvl2pPr>
            <a:lvl3pPr algn="l">
              <a:buNone/>
              <a:defRPr sz="1050" b="0">
                <a:solidFill>
                  <a:srgbClr val="596560"/>
                </a:solidFill>
              </a:defRPr>
            </a:lvl3pPr>
            <a:lvl4pPr algn="l">
              <a:buNone/>
              <a:defRPr sz="1050" b="0">
                <a:solidFill>
                  <a:srgbClr val="596560"/>
                </a:solidFill>
              </a:defRPr>
            </a:lvl4pPr>
            <a:lvl5pPr algn="l">
              <a:buNone/>
              <a:defRPr sz="1050" b="0">
                <a:solidFill>
                  <a:srgbClr val="596560"/>
                </a:solidFill>
              </a:defRPr>
            </a:lvl5pPr>
            <a:lvl6pPr algn="l">
              <a:buNone/>
              <a:defRPr sz="1050" b="0">
                <a:solidFill>
                  <a:srgbClr val="596560"/>
                </a:solidFill>
              </a:defRPr>
            </a:lvl6pPr>
            <a:lvl7pPr algn="l">
              <a:buNone/>
              <a:defRPr sz="1050" b="0">
                <a:solidFill>
                  <a:srgbClr val="596560"/>
                </a:solidFill>
              </a:defRPr>
            </a:lvl7pPr>
            <a:lvl8pPr algn="l">
              <a:buNone/>
              <a:defRPr sz="1050" b="0">
                <a:solidFill>
                  <a:srgbClr val="596560"/>
                </a:solidFill>
              </a:defRPr>
            </a:lvl8pPr>
            <a:lvl9pPr algn="l">
              <a:buNone/>
              <a:defRPr sz="1050" b="0">
                <a:solidFill>
                  <a:srgbClr val="596560"/>
                </a:solidFill>
              </a:defRPr>
            </a:lvl9pPr>
          </a:lstStyle>
          <a:p xmlns:a="http://schemas.openxmlformats.org/drawingml/2006/main">
            <a:pPr algn="l">
              <a:buNone/>
              <a:defRPr sz="1050" b="0">
                <a:solidFill>
                  <a:srgbClr val="596560"/>
                </a:solidFill>
              </a:defRPr>
            </a:pPr>
            <a:r>
              <a:rPr sz="1050" b="0">
                <a:solidFill>
                  <a:srgbClr val="596560"/>
                </a:solidFill>
              </a:rPr>
              <a:t>Own orders</a:t>
            </a:r>
          </a:p>
        </p:txBody>
      </p:sp>
      <p:sp>
        <p:nvSpPr>
          <p:cNvPr id="24" name="">
            <a:extLst xmlns:a="http://schemas.openxmlformats.org/drawingml/2006/main">
              <a:ext uri="{FF2B5EF4-FFF2-40B4-BE49-F238E27FC236}">
                <a16:creationId xmlns:a16="http://schemas.microsoft.com/office/drawing/2014/main" id="{76B39BF7-2760-4694-A9CA-A4E0780DEC49}"/>
              </a:ext>
            </a:extLst>
          </p:cNvPr>
          <p:cNvSpPr>
            <a:spLocks xmlns:a="http://schemas.openxmlformats.org/drawingml/2006/main" noGrp="1"/>
          </p:cNvSpPr>
          <p:nvPr/>
        </p:nvSpPr>
        <p:spPr>
          <a:xfrm xmlns:a="http://schemas.openxmlformats.org/drawingml/2006/main">
            <a:off x="6000750" y="2628900"/>
            <a:ext cx="2857500" cy="723900"/>
          </a:xfrm>
          <a:prstGeom xmlns:a="http://schemas.openxmlformats.org/drawingml/2006/main" prst="rect">
            <a:avLst/>
          </a:prstGeom>
          <a:solidFill xmlns:a="http://schemas.openxmlformats.org/drawingml/2006/main">
            <a:srgbClr val="EAE7DF"/>
          </a:solidFill>
          <a:ln xmlns:a="http://schemas.openxmlformats.org/drawingml/2006/main" w="9525">
            <a:solidFill>
              <a:srgbClr val="D8D3CA"/>
            </a:solidFill>
            <a:prstDash val="solid"/>
          </a:ln>
        </p:spPr>
      </p:sp>
      <p:sp>
        <p:nvSpPr>
          <p:cNvPr id="25" name="">
            <a:extLst xmlns:a="http://schemas.openxmlformats.org/drawingml/2006/main">
              <a:ext uri="{FF2B5EF4-FFF2-40B4-BE49-F238E27FC236}">
                <a16:creationId xmlns:a16="http://schemas.microsoft.com/office/drawing/2014/main" id="{52F9DD7F-C696-4B18-9DAB-B45FD860183A}"/>
              </a:ext>
            </a:extLst>
          </p:cNvPr>
          <p:cNvSpPr>
            <a:spLocks xmlns:a="http://schemas.openxmlformats.org/drawingml/2006/main" noGrp="1"/>
          </p:cNvSpPr>
          <p:nvPr/>
        </p:nvSpPr>
        <p:spPr>
          <a:xfrm xmlns:a="http://schemas.openxmlformats.org/drawingml/2006/main">
            <a:off x="6124575" y="2705100"/>
            <a:ext cx="2609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0">
                <a:solidFill>
                  <a:srgbClr val="596560"/>
                </a:solidFill>
              </a:defRPr>
            </a:defPPr>
            <a:lvl1pPr algn="l">
              <a:buNone/>
              <a:defRPr sz="1050" b="0">
                <a:solidFill>
                  <a:srgbClr val="596560"/>
                </a:solidFill>
              </a:defRPr>
            </a:lvl1pPr>
            <a:lvl2pPr algn="l">
              <a:buNone/>
              <a:defRPr sz="1050" b="0">
                <a:solidFill>
                  <a:srgbClr val="596560"/>
                </a:solidFill>
              </a:defRPr>
            </a:lvl2pPr>
            <a:lvl3pPr algn="l">
              <a:buNone/>
              <a:defRPr sz="1050" b="0">
                <a:solidFill>
                  <a:srgbClr val="596560"/>
                </a:solidFill>
              </a:defRPr>
            </a:lvl3pPr>
            <a:lvl4pPr algn="l">
              <a:buNone/>
              <a:defRPr sz="1050" b="0">
                <a:solidFill>
                  <a:srgbClr val="596560"/>
                </a:solidFill>
              </a:defRPr>
            </a:lvl4pPr>
            <a:lvl5pPr algn="l">
              <a:buNone/>
              <a:defRPr sz="1050" b="0">
                <a:solidFill>
                  <a:srgbClr val="596560"/>
                </a:solidFill>
              </a:defRPr>
            </a:lvl5pPr>
            <a:lvl6pPr algn="l">
              <a:buNone/>
              <a:defRPr sz="1050" b="0">
                <a:solidFill>
                  <a:srgbClr val="596560"/>
                </a:solidFill>
              </a:defRPr>
            </a:lvl6pPr>
            <a:lvl7pPr algn="l">
              <a:buNone/>
              <a:defRPr sz="1050" b="0">
                <a:solidFill>
                  <a:srgbClr val="596560"/>
                </a:solidFill>
              </a:defRPr>
            </a:lvl7pPr>
            <a:lvl8pPr algn="l">
              <a:buNone/>
              <a:defRPr sz="1050" b="0">
                <a:solidFill>
                  <a:srgbClr val="596560"/>
                </a:solidFill>
              </a:defRPr>
            </a:lvl8pPr>
            <a:lvl9pPr algn="l">
              <a:buNone/>
              <a:defRPr sz="1050" b="0">
                <a:solidFill>
                  <a:srgbClr val="596560"/>
                </a:solidFill>
              </a:defRPr>
            </a:lvl9pPr>
          </a:lstStyle>
          <a:p xmlns:a="http://schemas.openxmlformats.org/drawingml/2006/main">
            <a:pPr algn="l">
              <a:buNone/>
              <a:defRPr sz="1050" b="0">
                <a:solidFill>
                  <a:srgbClr val="596560"/>
                </a:solidFill>
              </a:defRPr>
            </a:pPr>
            <a:r>
              <a:rPr sz="1050" b="0">
                <a:solidFill>
                  <a:srgbClr val="596560"/>
                </a:solidFill>
              </a:rPr>
              <a:t>All orders / pending review</a:t>
            </a:r>
          </a:p>
        </p:txBody>
      </p:sp>
      <p:sp>
        <p:nvSpPr>
          <p:cNvPr id="26" name="">
            <a:extLst xmlns:a="http://schemas.openxmlformats.org/drawingml/2006/main">
              <a:ext uri="{FF2B5EF4-FFF2-40B4-BE49-F238E27FC236}">
                <a16:creationId xmlns:a16="http://schemas.microsoft.com/office/drawing/2014/main" id="{D36B1573-9C32-49AA-B8EA-0F79381D566B}"/>
              </a:ext>
            </a:extLst>
          </p:cNvPr>
          <p:cNvSpPr>
            <a:spLocks xmlns:a="http://schemas.openxmlformats.org/drawingml/2006/main" noGrp="1"/>
          </p:cNvSpPr>
          <p:nvPr/>
        </p:nvSpPr>
        <p:spPr>
          <a:xfrm xmlns:a="http://schemas.openxmlformats.org/drawingml/2006/main">
            <a:off x="8858250" y="2628900"/>
            <a:ext cx="2667000" cy="723900"/>
          </a:xfrm>
          <a:prstGeom xmlns:a="http://schemas.openxmlformats.org/drawingml/2006/main" prst="rect">
            <a:avLst/>
          </a:prstGeom>
          <a:solidFill xmlns:a="http://schemas.openxmlformats.org/drawingml/2006/main">
            <a:srgbClr val="EAE7DF"/>
          </a:solidFill>
          <a:ln xmlns:a="http://schemas.openxmlformats.org/drawingml/2006/main" w="9525">
            <a:solidFill>
              <a:srgbClr val="D8D3CA"/>
            </a:solidFill>
            <a:prstDash val="solid"/>
          </a:ln>
        </p:spPr>
      </p:sp>
      <p:sp>
        <p:nvSpPr>
          <p:cNvPr id="27" name="">
            <a:extLst xmlns:a="http://schemas.openxmlformats.org/drawingml/2006/main">
              <a:ext uri="{FF2B5EF4-FFF2-40B4-BE49-F238E27FC236}">
                <a16:creationId xmlns:a16="http://schemas.microsoft.com/office/drawing/2014/main" id="{A2D9DEDC-580E-4422-85D3-BACB68C743DB}"/>
              </a:ext>
            </a:extLst>
          </p:cNvPr>
          <p:cNvSpPr>
            <a:spLocks xmlns:a="http://schemas.openxmlformats.org/drawingml/2006/main" noGrp="1"/>
          </p:cNvSpPr>
          <p:nvPr/>
        </p:nvSpPr>
        <p:spPr>
          <a:xfrm xmlns:a="http://schemas.openxmlformats.org/drawingml/2006/main">
            <a:off x="8982075" y="2705100"/>
            <a:ext cx="2419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0">
                <a:solidFill>
                  <a:srgbClr val="596560"/>
                </a:solidFill>
              </a:defRPr>
            </a:defPPr>
            <a:lvl1pPr algn="l">
              <a:buNone/>
              <a:defRPr sz="1050" b="0">
                <a:solidFill>
                  <a:srgbClr val="596560"/>
                </a:solidFill>
              </a:defRPr>
            </a:lvl1pPr>
            <a:lvl2pPr algn="l">
              <a:buNone/>
              <a:defRPr sz="1050" b="0">
                <a:solidFill>
                  <a:srgbClr val="596560"/>
                </a:solidFill>
              </a:defRPr>
            </a:lvl2pPr>
            <a:lvl3pPr algn="l">
              <a:buNone/>
              <a:defRPr sz="1050" b="0">
                <a:solidFill>
                  <a:srgbClr val="596560"/>
                </a:solidFill>
              </a:defRPr>
            </a:lvl3pPr>
            <a:lvl4pPr algn="l">
              <a:buNone/>
              <a:defRPr sz="1050" b="0">
                <a:solidFill>
                  <a:srgbClr val="596560"/>
                </a:solidFill>
              </a:defRPr>
            </a:lvl4pPr>
            <a:lvl5pPr algn="l">
              <a:buNone/>
              <a:defRPr sz="1050" b="0">
                <a:solidFill>
                  <a:srgbClr val="596560"/>
                </a:solidFill>
              </a:defRPr>
            </a:lvl5pPr>
            <a:lvl6pPr algn="l">
              <a:buNone/>
              <a:defRPr sz="1050" b="0">
                <a:solidFill>
                  <a:srgbClr val="596560"/>
                </a:solidFill>
              </a:defRPr>
            </a:lvl6pPr>
            <a:lvl7pPr algn="l">
              <a:buNone/>
              <a:defRPr sz="1050" b="0">
                <a:solidFill>
                  <a:srgbClr val="596560"/>
                </a:solidFill>
              </a:defRPr>
            </a:lvl7pPr>
            <a:lvl8pPr algn="l">
              <a:buNone/>
              <a:defRPr sz="1050" b="0">
                <a:solidFill>
                  <a:srgbClr val="596560"/>
                </a:solidFill>
              </a:defRPr>
            </a:lvl8pPr>
            <a:lvl9pPr algn="l">
              <a:buNone/>
              <a:defRPr sz="1050" b="0">
                <a:solidFill>
                  <a:srgbClr val="596560"/>
                </a:solidFill>
              </a:defRPr>
            </a:lvl9pPr>
          </a:lstStyle>
          <a:p xmlns:a="http://schemas.openxmlformats.org/drawingml/2006/main">
            <a:pPr algn="l">
              <a:buNone/>
              <a:defRPr sz="1050" b="0">
                <a:solidFill>
                  <a:srgbClr val="596560"/>
                </a:solidFill>
              </a:defRPr>
            </a:pPr>
            <a:r>
              <a:rPr sz="1050" b="0">
                <a:solidFill>
                  <a:srgbClr val="596560"/>
                </a:solidFill>
              </a:rPr>
              <a:t>Production / dispatch</a:t>
            </a:r>
          </a:p>
        </p:txBody>
      </p:sp>
      <p:sp>
        <p:nvSpPr>
          <p:cNvPr id="28" name="">
            <a:extLst xmlns:a="http://schemas.openxmlformats.org/drawingml/2006/main">
              <a:ext uri="{FF2B5EF4-FFF2-40B4-BE49-F238E27FC236}">
                <a16:creationId xmlns:a16="http://schemas.microsoft.com/office/drawing/2014/main" id="{F804A448-72F1-415A-AE98-F3A87CD9B6B9}"/>
              </a:ext>
            </a:extLst>
          </p:cNvPr>
          <p:cNvSpPr>
            <a:spLocks xmlns:a="http://schemas.openxmlformats.org/drawingml/2006/main" noGrp="1"/>
          </p:cNvSpPr>
          <p:nvPr/>
        </p:nvSpPr>
        <p:spPr>
          <a:xfrm xmlns:a="http://schemas.openxmlformats.org/drawingml/2006/main">
            <a:off x="666750" y="3352800"/>
            <a:ext cx="2476500" cy="723900"/>
          </a:xfrm>
          <a:prstGeom xmlns:a="http://schemas.openxmlformats.org/drawingml/2006/main" prst="rect">
            <a:avLst/>
          </a:prstGeom>
          <a:solidFill xmlns:a="http://schemas.openxmlformats.org/drawingml/2006/main">
            <a:srgbClr val="FBFAF7"/>
          </a:solidFill>
          <a:ln xmlns:a="http://schemas.openxmlformats.org/drawingml/2006/main" w="9525">
            <a:solidFill>
              <a:srgbClr val="D8D3CA"/>
            </a:solidFill>
            <a:prstDash val="solid"/>
          </a:ln>
        </p:spPr>
      </p:sp>
      <p:sp>
        <p:nvSpPr>
          <p:cNvPr id="29" name="">
            <a:extLst xmlns:a="http://schemas.openxmlformats.org/drawingml/2006/main">
              <a:ext uri="{FF2B5EF4-FFF2-40B4-BE49-F238E27FC236}">
                <a16:creationId xmlns:a16="http://schemas.microsoft.com/office/drawing/2014/main" id="{A1DE8931-C702-4817-AD49-5B49E0AE8EED}"/>
              </a:ext>
            </a:extLst>
          </p:cNvPr>
          <p:cNvSpPr>
            <a:spLocks xmlns:a="http://schemas.openxmlformats.org/drawingml/2006/main" noGrp="1"/>
          </p:cNvSpPr>
          <p:nvPr/>
        </p:nvSpPr>
        <p:spPr>
          <a:xfrm xmlns:a="http://schemas.openxmlformats.org/drawingml/2006/main">
            <a:off x="790575" y="3429000"/>
            <a:ext cx="2228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7211F"/>
                </a:solidFill>
              </a:defRPr>
            </a:defPPr>
            <a:lvl1pPr algn="l">
              <a:buNone/>
              <a:defRPr sz="1050" b="1">
                <a:solidFill>
                  <a:srgbClr val="17211F"/>
                </a:solidFill>
              </a:defRPr>
            </a:lvl1pPr>
            <a:lvl2pPr algn="l">
              <a:buNone/>
              <a:defRPr sz="1050" b="1">
                <a:solidFill>
                  <a:srgbClr val="17211F"/>
                </a:solidFill>
              </a:defRPr>
            </a:lvl2pPr>
            <a:lvl3pPr algn="l">
              <a:buNone/>
              <a:defRPr sz="1050" b="1">
                <a:solidFill>
                  <a:srgbClr val="17211F"/>
                </a:solidFill>
              </a:defRPr>
            </a:lvl3pPr>
            <a:lvl4pPr algn="l">
              <a:buNone/>
              <a:defRPr sz="1050" b="1">
                <a:solidFill>
                  <a:srgbClr val="17211F"/>
                </a:solidFill>
              </a:defRPr>
            </a:lvl4pPr>
            <a:lvl5pPr algn="l">
              <a:buNone/>
              <a:defRPr sz="1050" b="1">
                <a:solidFill>
                  <a:srgbClr val="17211F"/>
                </a:solidFill>
              </a:defRPr>
            </a:lvl5pPr>
            <a:lvl6pPr algn="l">
              <a:buNone/>
              <a:defRPr sz="1050" b="1">
                <a:solidFill>
                  <a:srgbClr val="17211F"/>
                </a:solidFill>
              </a:defRPr>
            </a:lvl6pPr>
            <a:lvl7pPr algn="l">
              <a:buNone/>
              <a:defRPr sz="1050" b="1">
                <a:solidFill>
                  <a:srgbClr val="17211F"/>
                </a:solidFill>
              </a:defRPr>
            </a:lvl7pPr>
            <a:lvl8pPr algn="l">
              <a:buNone/>
              <a:defRPr sz="1050" b="1">
                <a:solidFill>
                  <a:srgbClr val="17211F"/>
                </a:solidFill>
              </a:defRPr>
            </a:lvl8pPr>
            <a:lvl9pPr algn="l">
              <a:buNone/>
              <a:defRPr sz="1050" b="1">
                <a:solidFill>
                  <a:srgbClr val="17211F"/>
                </a:solidFill>
              </a:defRPr>
            </a:lvl9pPr>
          </a:lstStyle>
          <a:p xmlns:a="http://schemas.openxmlformats.org/drawingml/2006/main">
            <a:pPr algn="l">
              <a:buNone/>
              <a:defRPr sz="1050" b="1">
                <a:solidFill>
                  <a:srgbClr val="17211F"/>
                </a:solidFill>
              </a:defRPr>
            </a:pPr>
            <a:r>
              <a:rPr sz="1050" b="1">
                <a:solidFill>
                  <a:srgbClr val="17211F"/>
                </a:solidFill>
              </a:rPr>
              <a:t>Submit / update</a:t>
            </a:r>
          </a:p>
        </p:txBody>
      </p:sp>
      <p:sp>
        <p:nvSpPr>
          <p:cNvPr id="30" name="">
            <a:extLst xmlns:a="http://schemas.openxmlformats.org/drawingml/2006/main">
              <a:ext uri="{FF2B5EF4-FFF2-40B4-BE49-F238E27FC236}">
                <a16:creationId xmlns:a16="http://schemas.microsoft.com/office/drawing/2014/main" id="{B4865190-7501-47DB-8760-CD2268A3A068}"/>
              </a:ext>
            </a:extLst>
          </p:cNvPr>
          <p:cNvSpPr>
            <a:spLocks xmlns:a="http://schemas.openxmlformats.org/drawingml/2006/main" noGrp="1"/>
          </p:cNvSpPr>
          <p:nvPr/>
        </p:nvSpPr>
        <p:spPr>
          <a:xfrm xmlns:a="http://schemas.openxmlformats.org/drawingml/2006/main">
            <a:off x="3143250" y="3352800"/>
            <a:ext cx="2857500" cy="723900"/>
          </a:xfrm>
          <a:prstGeom xmlns:a="http://schemas.openxmlformats.org/drawingml/2006/main" prst="rect">
            <a:avLst/>
          </a:prstGeom>
          <a:solidFill xmlns:a="http://schemas.openxmlformats.org/drawingml/2006/main">
            <a:srgbClr val="FBFAF7"/>
          </a:solidFill>
          <a:ln xmlns:a="http://schemas.openxmlformats.org/drawingml/2006/main" w="9525">
            <a:solidFill>
              <a:srgbClr val="D8D3CA"/>
            </a:solidFill>
            <a:prstDash val="solid"/>
          </a:ln>
        </p:spPr>
      </p:sp>
      <p:sp>
        <p:nvSpPr>
          <p:cNvPr id="31" name="">
            <a:extLst xmlns:a="http://schemas.openxmlformats.org/drawingml/2006/main">
              <a:ext uri="{FF2B5EF4-FFF2-40B4-BE49-F238E27FC236}">
                <a16:creationId xmlns:a16="http://schemas.microsoft.com/office/drawing/2014/main" id="{4B45ED38-66B1-4DCF-A988-36FE062CCCFD}"/>
              </a:ext>
            </a:extLst>
          </p:cNvPr>
          <p:cNvSpPr>
            <a:spLocks xmlns:a="http://schemas.openxmlformats.org/drawingml/2006/main" noGrp="1"/>
          </p:cNvSpPr>
          <p:nvPr/>
        </p:nvSpPr>
        <p:spPr>
          <a:xfrm xmlns:a="http://schemas.openxmlformats.org/drawingml/2006/main">
            <a:off x="3267075" y="3429000"/>
            <a:ext cx="2609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0">
                <a:solidFill>
                  <a:srgbClr val="596560"/>
                </a:solidFill>
              </a:defRPr>
            </a:defPPr>
            <a:lvl1pPr algn="l">
              <a:buNone/>
              <a:defRPr sz="1050" b="0">
                <a:solidFill>
                  <a:srgbClr val="596560"/>
                </a:solidFill>
              </a:defRPr>
            </a:lvl1pPr>
            <a:lvl2pPr algn="l">
              <a:buNone/>
              <a:defRPr sz="1050" b="0">
                <a:solidFill>
                  <a:srgbClr val="596560"/>
                </a:solidFill>
              </a:defRPr>
            </a:lvl2pPr>
            <a:lvl3pPr algn="l">
              <a:buNone/>
              <a:defRPr sz="1050" b="0">
                <a:solidFill>
                  <a:srgbClr val="596560"/>
                </a:solidFill>
              </a:defRPr>
            </a:lvl3pPr>
            <a:lvl4pPr algn="l">
              <a:buNone/>
              <a:defRPr sz="1050" b="0">
                <a:solidFill>
                  <a:srgbClr val="596560"/>
                </a:solidFill>
              </a:defRPr>
            </a:lvl4pPr>
            <a:lvl5pPr algn="l">
              <a:buNone/>
              <a:defRPr sz="1050" b="0">
                <a:solidFill>
                  <a:srgbClr val="596560"/>
                </a:solidFill>
              </a:defRPr>
            </a:lvl5pPr>
            <a:lvl6pPr algn="l">
              <a:buNone/>
              <a:defRPr sz="1050" b="0">
                <a:solidFill>
                  <a:srgbClr val="596560"/>
                </a:solidFill>
              </a:defRPr>
            </a:lvl6pPr>
            <a:lvl7pPr algn="l">
              <a:buNone/>
              <a:defRPr sz="1050" b="0">
                <a:solidFill>
                  <a:srgbClr val="596560"/>
                </a:solidFill>
              </a:defRPr>
            </a:lvl7pPr>
            <a:lvl8pPr algn="l">
              <a:buNone/>
              <a:defRPr sz="1050" b="0">
                <a:solidFill>
                  <a:srgbClr val="596560"/>
                </a:solidFill>
              </a:defRPr>
            </a:lvl8pPr>
            <a:lvl9pPr algn="l">
              <a:buNone/>
              <a:defRPr sz="1050" b="0">
                <a:solidFill>
                  <a:srgbClr val="596560"/>
                </a:solidFill>
              </a:defRPr>
            </a:lvl9pPr>
          </a:lstStyle>
          <a:p xmlns:a="http://schemas.openxmlformats.org/drawingml/2006/main">
            <a:pPr algn="l">
              <a:buNone/>
              <a:defRPr sz="1050" b="0">
                <a:solidFill>
                  <a:srgbClr val="596560"/>
                </a:solidFill>
              </a:defRPr>
            </a:pPr>
            <a:r>
              <a:rPr sz="1050" b="0">
                <a:solidFill>
                  <a:srgbClr val="596560"/>
                </a:solidFill>
              </a:rPr>
              <a:t>Submit requirements</a:t>
            </a:r>
          </a:p>
        </p:txBody>
      </p:sp>
      <p:sp>
        <p:nvSpPr>
          <p:cNvPr id="32" name="">
            <a:extLst xmlns:a="http://schemas.openxmlformats.org/drawingml/2006/main">
              <a:ext uri="{FF2B5EF4-FFF2-40B4-BE49-F238E27FC236}">
                <a16:creationId xmlns:a16="http://schemas.microsoft.com/office/drawing/2014/main" id="{6DBFFF9E-C4E2-47FC-8F43-BBF3AFF3DE79}"/>
              </a:ext>
            </a:extLst>
          </p:cNvPr>
          <p:cNvSpPr>
            <a:spLocks xmlns:a="http://schemas.openxmlformats.org/drawingml/2006/main" noGrp="1"/>
          </p:cNvSpPr>
          <p:nvPr/>
        </p:nvSpPr>
        <p:spPr>
          <a:xfrm xmlns:a="http://schemas.openxmlformats.org/drawingml/2006/main">
            <a:off x="6000750" y="3352800"/>
            <a:ext cx="2857500" cy="723900"/>
          </a:xfrm>
          <a:prstGeom xmlns:a="http://schemas.openxmlformats.org/drawingml/2006/main" prst="rect">
            <a:avLst/>
          </a:prstGeom>
          <a:solidFill xmlns:a="http://schemas.openxmlformats.org/drawingml/2006/main">
            <a:srgbClr val="FBFAF7"/>
          </a:solidFill>
          <a:ln xmlns:a="http://schemas.openxmlformats.org/drawingml/2006/main" w="9525">
            <a:solidFill>
              <a:srgbClr val="D8D3CA"/>
            </a:solidFill>
            <a:prstDash val="solid"/>
          </a:ln>
        </p:spPr>
      </p:sp>
      <p:sp>
        <p:nvSpPr>
          <p:cNvPr id="33" name="">
            <a:extLst xmlns:a="http://schemas.openxmlformats.org/drawingml/2006/main">
              <a:ext uri="{FF2B5EF4-FFF2-40B4-BE49-F238E27FC236}">
                <a16:creationId xmlns:a16="http://schemas.microsoft.com/office/drawing/2014/main" id="{2684597A-D323-4BE8-A1F1-51276138CAE0}"/>
              </a:ext>
            </a:extLst>
          </p:cNvPr>
          <p:cNvSpPr>
            <a:spLocks xmlns:a="http://schemas.openxmlformats.org/drawingml/2006/main" noGrp="1"/>
          </p:cNvSpPr>
          <p:nvPr/>
        </p:nvSpPr>
        <p:spPr>
          <a:xfrm xmlns:a="http://schemas.openxmlformats.org/drawingml/2006/main">
            <a:off x="6124575" y="3429000"/>
            <a:ext cx="2609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0">
                <a:solidFill>
                  <a:srgbClr val="596560"/>
                </a:solidFill>
              </a:defRPr>
            </a:defPPr>
            <a:lvl1pPr algn="l">
              <a:buNone/>
              <a:defRPr sz="1050" b="0">
                <a:solidFill>
                  <a:srgbClr val="596560"/>
                </a:solidFill>
              </a:defRPr>
            </a:lvl1pPr>
            <a:lvl2pPr algn="l">
              <a:buNone/>
              <a:defRPr sz="1050" b="0">
                <a:solidFill>
                  <a:srgbClr val="596560"/>
                </a:solidFill>
              </a:defRPr>
            </a:lvl2pPr>
            <a:lvl3pPr algn="l">
              <a:buNone/>
              <a:defRPr sz="1050" b="0">
                <a:solidFill>
                  <a:srgbClr val="596560"/>
                </a:solidFill>
              </a:defRPr>
            </a:lvl3pPr>
            <a:lvl4pPr algn="l">
              <a:buNone/>
              <a:defRPr sz="1050" b="0">
                <a:solidFill>
                  <a:srgbClr val="596560"/>
                </a:solidFill>
              </a:defRPr>
            </a:lvl4pPr>
            <a:lvl5pPr algn="l">
              <a:buNone/>
              <a:defRPr sz="1050" b="0">
                <a:solidFill>
                  <a:srgbClr val="596560"/>
                </a:solidFill>
              </a:defRPr>
            </a:lvl5pPr>
            <a:lvl6pPr algn="l">
              <a:buNone/>
              <a:defRPr sz="1050" b="0">
                <a:solidFill>
                  <a:srgbClr val="596560"/>
                </a:solidFill>
              </a:defRPr>
            </a:lvl6pPr>
            <a:lvl7pPr algn="l">
              <a:buNone/>
              <a:defRPr sz="1050" b="0">
                <a:solidFill>
                  <a:srgbClr val="596560"/>
                </a:solidFill>
              </a:defRPr>
            </a:lvl7pPr>
            <a:lvl8pPr algn="l">
              <a:buNone/>
              <a:defRPr sz="1050" b="0">
                <a:solidFill>
                  <a:srgbClr val="596560"/>
                </a:solidFill>
              </a:defRPr>
            </a:lvl8pPr>
            <a:lvl9pPr algn="l">
              <a:buNone/>
              <a:defRPr sz="1050" b="0">
                <a:solidFill>
                  <a:srgbClr val="596560"/>
                </a:solidFill>
              </a:defRPr>
            </a:lvl9pPr>
          </a:lstStyle>
          <a:p xmlns:a="http://schemas.openxmlformats.org/drawingml/2006/main">
            <a:pPr algn="l">
              <a:buNone/>
              <a:defRPr sz="1050" b="0">
                <a:solidFill>
                  <a:srgbClr val="596560"/>
                </a:solidFill>
              </a:defRPr>
            </a:pPr>
            <a:r>
              <a:rPr sz="1050" b="0">
                <a:solidFill>
                  <a:srgbClr val="596560"/>
                </a:solidFill>
              </a:rPr>
              <a:t>Review context</a:t>
            </a:r>
          </a:p>
        </p:txBody>
      </p:sp>
      <p:sp>
        <p:nvSpPr>
          <p:cNvPr id="34" name="">
            <a:extLst xmlns:a="http://schemas.openxmlformats.org/drawingml/2006/main">
              <a:ext uri="{FF2B5EF4-FFF2-40B4-BE49-F238E27FC236}">
                <a16:creationId xmlns:a16="http://schemas.microsoft.com/office/drawing/2014/main" id="{0BAC0496-24D1-4555-AD87-63B703EBA1A0}"/>
              </a:ext>
            </a:extLst>
          </p:cNvPr>
          <p:cNvSpPr>
            <a:spLocks xmlns:a="http://schemas.openxmlformats.org/drawingml/2006/main" noGrp="1"/>
          </p:cNvSpPr>
          <p:nvPr/>
        </p:nvSpPr>
        <p:spPr>
          <a:xfrm xmlns:a="http://schemas.openxmlformats.org/drawingml/2006/main">
            <a:off x="8858250" y="3352800"/>
            <a:ext cx="2667000" cy="723900"/>
          </a:xfrm>
          <a:prstGeom xmlns:a="http://schemas.openxmlformats.org/drawingml/2006/main" prst="rect">
            <a:avLst/>
          </a:prstGeom>
          <a:solidFill xmlns:a="http://schemas.openxmlformats.org/drawingml/2006/main">
            <a:srgbClr val="FBFAF7"/>
          </a:solidFill>
          <a:ln xmlns:a="http://schemas.openxmlformats.org/drawingml/2006/main" w="9525">
            <a:solidFill>
              <a:srgbClr val="D8D3CA"/>
            </a:solidFill>
            <a:prstDash val="solid"/>
          </a:ln>
        </p:spPr>
      </p:sp>
      <p:sp>
        <p:nvSpPr>
          <p:cNvPr id="35" name="">
            <a:extLst xmlns:a="http://schemas.openxmlformats.org/drawingml/2006/main">
              <a:ext uri="{FF2B5EF4-FFF2-40B4-BE49-F238E27FC236}">
                <a16:creationId xmlns:a16="http://schemas.microsoft.com/office/drawing/2014/main" id="{75F18074-8132-4F3C-BFE3-AC5E34ABED66}"/>
              </a:ext>
            </a:extLst>
          </p:cNvPr>
          <p:cNvSpPr>
            <a:spLocks xmlns:a="http://schemas.openxmlformats.org/drawingml/2006/main" noGrp="1"/>
          </p:cNvSpPr>
          <p:nvPr/>
        </p:nvSpPr>
        <p:spPr>
          <a:xfrm xmlns:a="http://schemas.openxmlformats.org/drawingml/2006/main">
            <a:off x="8982075" y="3429000"/>
            <a:ext cx="2419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0">
                <a:solidFill>
                  <a:srgbClr val="596560"/>
                </a:solidFill>
              </a:defRPr>
            </a:defPPr>
            <a:lvl1pPr algn="l">
              <a:buNone/>
              <a:defRPr sz="1050" b="0">
                <a:solidFill>
                  <a:srgbClr val="596560"/>
                </a:solidFill>
              </a:defRPr>
            </a:lvl1pPr>
            <a:lvl2pPr algn="l">
              <a:buNone/>
              <a:defRPr sz="1050" b="0">
                <a:solidFill>
                  <a:srgbClr val="596560"/>
                </a:solidFill>
              </a:defRPr>
            </a:lvl2pPr>
            <a:lvl3pPr algn="l">
              <a:buNone/>
              <a:defRPr sz="1050" b="0">
                <a:solidFill>
                  <a:srgbClr val="596560"/>
                </a:solidFill>
              </a:defRPr>
            </a:lvl3pPr>
            <a:lvl4pPr algn="l">
              <a:buNone/>
              <a:defRPr sz="1050" b="0">
                <a:solidFill>
                  <a:srgbClr val="596560"/>
                </a:solidFill>
              </a:defRPr>
            </a:lvl4pPr>
            <a:lvl5pPr algn="l">
              <a:buNone/>
              <a:defRPr sz="1050" b="0">
                <a:solidFill>
                  <a:srgbClr val="596560"/>
                </a:solidFill>
              </a:defRPr>
            </a:lvl5pPr>
            <a:lvl6pPr algn="l">
              <a:buNone/>
              <a:defRPr sz="1050" b="0">
                <a:solidFill>
                  <a:srgbClr val="596560"/>
                </a:solidFill>
              </a:defRPr>
            </a:lvl6pPr>
            <a:lvl7pPr algn="l">
              <a:buNone/>
              <a:defRPr sz="1050" b="0">
                <a:solidFill>
                  <a:srgbClr val="596560"/>
                </a:solidFill>
              </a:defRPr>
            </a:lvl7pPr>
            <a:lvl8pPr algn="l">
              <a:buNone/>
              <a:defRPr sz="1050" b="0">
                <a:solidFill>
                  <a:srgbClr val="596560"/>
                </a:solidFill>
              </a:defRPr>
            </a:lvl8pPr>
            <a:lvl9pPr algn="l">
              <a:buNone/>
              <a:defRPr sz="1050" b="0">
                <a:solidFill>
                  <a:srgbClr val="596560"/>
                </a:solidFill>
              </a:defRPr>
            </a:lvl9pPr>
          </a:lstStyle>
          <a:p xmlns:a="http://schemas.openxmlformats.org/drawingml/2006/main">
            <a:pPr algn="l">
              <a:buNone/>
              <a:defRPr sz="1050" b="0">
                <a:solidFill>
                  <a:srgbClr val="596560"/>
                </a:solidFill>
              </a:defRPr>
            </a:pPr>
            <a:r>
              <a:rPr sz="1050" b="0">
                <a:solidFill>
                  <a:srgbClr val="596560"/>
                </a:solidFill>
              </a:rPr>
              <a:t>Stage and inspection records</a:t>
            </a:r>
          </a:p>
        </p:txBody>
      </p:sp>
      <p:sp>
        <p:nvSpPr>
          <p:cNvPr id="36" name="">
            <a:extLst xmlns:a="http://schemas.openxmlformats.org/drawingml/2006/main">
              <a:ext uri="{FF2B5EF4-FFF2-40B4-BE49-F238E27FC236}">
                <a16:creationId xmlns:a16="http://schemas.microsoft.com/office/drawing/2014/main" id="{4E5471DD-4341-4E17-B013-6D8272E8D2E9}"/>
              </a:ext>
            </a:extLst>
          </p:cNvPr>
          <p:cNvSpPr>
            <a:spLocks xmlns:a="http://schemas.openxmlformats.org/drawingml/2006/main" noGrp="1"/>
          </p:cNvSpPr>
          <p:nvPr/>
        </p:nvSpPr>
        <p:spPr>
          <a:xfrm xmlns:a="http://schemas.openxmlformats.org/drawingml/2006/main">
            <a:off x="666750" y="4076700"/>
            <a:ext cx="2476500" cy="723900"/>
          </a:xfrm>
          <a:prstGeom xmlns:a="http://schemas.openxmlformats.org/drawingml/2006/main" prst="rect">
            <a:avLst/>
          </a:prstGeom>
          <a:solidFill xmlns:a="http://schemas.openxmlformats.org/drawingml/2006/main">
            <a:srgbClr val="EAE7DF"/>
          </a:solidFill>
          <a:ln xmlns:a="http://schemas.openxmlformats.org/drawingml/2006/main" w="9525">
            <a:solidFill>
              <a:srgbClr val="D8D3CA"/>
            </a:solidFill>
            <a:prstDash val="solid"/>
          </a:ln>
        </p:spPr>
      </p:sp>
      <p:sp>
        <p:nvSpPr>
          <p:cNvPr id="37" name="">
            <a:extLst xmlns:a="http://schemas.openxmlformats.org/drawingml/2006/main">
              <a:ext uri="{FF2B5EF4-FFF2-40B4-BE49-F238E27FC236}">
                <a16:creationId xmlns:a16="http://schemas.microsoft.com/office/drawing/2014/main" id="{DB55F4B2-08A1-4901-B5AB-3A4BAC5F739C}"/>
              </a:ext>
            </a:extLst>
          </p:cNvPr>
          <p:cNvSpPr>
            <a:spLocks xmlns:a="http://schemas.openxmlformats.org/drawingml/2006/main" noGrp="1"/>
          </p:cNvSpPr>
          <p:nvPr/>
        </p:nvSpPr>
        <p:spPr>
          <a:xfrm xmlns:a="http://schemas.openxmlformats.org/drawingml/2006/main">
            <a:off x="790575" y="4152900"/>
            <a:ext cx="2228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7211F"/>
                </a:solidFill>
              </a:defRPr>
            </a:defPPr>
            <a:lvl1pPr algn="l">
              <a:buNone/>
              <a:defRPr sz="1050" b="1">
                <a:solidFill>
                  <a:srgbClr val="17211F"/>
                </a:solidFill>
              </a:defRPr>
            </a:lvl1pPr>
            <a:lvl2pPr algn="l">
              <a:buNone/>
              <a:defRPr sz="1050" b="1">
                <a:solidFill>
                  <a:srgbClr val="17211F"/>
                </a:solidFill>
              </a:defRPr>
            </a:lvl2pPr>
            <a:lvl3pPr algn="l">
              <a:buNone/>
              <a:defRPr sz="1050" b="1">
                <a:solidFill>
                  <a:srgbClr val="17211F"/>
                </a:solidFill>
              </a:defRPr>
            </a:lvl3pPr>
            <a:lvl4pPr algn="l">
              <a:buNone/>
              <a:defRPr sz="1050" b="1">
                <a:solidFill>
                  <a:srgbClr val="17211F"/>
                </a:solidFill>
              </a:defRPr>
            </a:lvl4pPr>
            <a:lvl5pPr algn="l">
              <a:buNone/>
              <a:defRPr sz="1050" b="1">
                <a:solidFill>
                  <a:srgbClr val="17211F"/>
                </a:solidFill>
              </a:defRPr>
            </a:lvl5pPr>
            <a:lvl6pPr algn="l">
              <a:buNone/>
              <a:defRPr sz="1050" b="1">
                <a:solidFill>
                  <a:srgbClr val="17211F"/>
                </a:solidFill>
              </a:defRPr>
            </a:lvl6pPr>
            <a:lvl7pPr algn="l">
              <a:buNone/>
              <a:defRPr sz="1050" b="1">
                <a:solidFill>
                  <a:srgbClr val="17211F"/>
                </a:solidFill>
              </a:defRPr>
            </a:lvl7pPr>
            <a:lvl8pPr algn="l">
              <a:buNone/>
              <a:defRPr sz="1050" b="1">
                <a:solidFill>
                  <a:srgbClr val="17211F"/>
                </a:solidFill>
              </a:defRPr>
            </a:lvl8pPr>
            <a:lvl9pPr algn="l">
              <a:buNone/>
              <a:defRPr sz="1050" b="1">
                <a:solidFill>
                  <a:srgbClr val="17211F"/>
                </a:solidFill>
              </a:defRPr>
            </a:lvl9pPr>
          </a:lstStyle>
          <a:p xmlns:a="http://schemas.openxmlformats.org/drawingml/2006/main">
            <a:pPr algn="l">
              <a:buNone/>
              <a:defRPr sz="1050" b="1">
                <a:solidFill>
                  <a:srgbClr val="17211F"/>
                </a:solidFill>
              </a:defRPr>
            </a:pPr>
            <a:r>
              <a:rPr sz="1050" b="1">
                <a:solidFill>
                  <a:srgbClr val="17211F"/>
                </a:solidFill>
              </a:rPr>
              <a:t>Key decision</a:t>
            </a:r>
          </a:p>
        </p:txBody>
      </p:sp>
      <p:sp>
        <p:nvSpPr>
          <p:cNvPr id="38" name="">
            <a:extLst xmlns:a="http://schemas.openxmlformats.org/drawingml/2006/main">
              <a:ext uri="{FF2B5EF4-FFF2-40B4-BE49-F238E27FC236}">
                <a16:creationId xmlns:a16="http://schemas.microsoft.com/office/drawing/2014/main" id="{72B88E36-C8E0-4009-B528-BC90A636FBF1}"/>
              </a:ext>
            </a:extLst>
          </p:cNvPr>
          <p:cNvSpPr>
            <a:spLocks xmlns:a="http://schemas.openxmlformats.org/drawingml/2006/main" noGrp="1"/>
          </p:cNvSpPr>
          <p:nvPr/>
        </p:nvSpPr>
        <p:spPr>
          <a:xfrm xmlns:a="http://schemas.openxmlformats.org/drawingml/2006/main">
            <a:off x="3143250" y="4076700"/>
            <a:ext cx="2857500" cy="723900"/>
          </a:xfrm>
          <a:prstGeom xmlns:a="http://schemas.openxmlformats.org/drawingml/2006/main" prst="rect">
            <a:avLst/>
          </a:prstGeom>
          <a:solidFill xmlns:a="http://schemas.openxmlformats.org/drawingml/2006/main">
            <a:srgbClr val="EAE7DF"/>
          </a:solidFill>
          <a:ln xmlns:a="http://schemas.openxmlformats.org/drawingml/2006/main" w="9525">
            <a:solidFill>
              <a:srgbClr val="D8D3CA"/>
            </a:solidFill>
            <a:prstDash val="solid"/>
          </a:ln>
        </p:spPr>
      </p:sp>
      <p:sp>
        <p:nvSpPr>
          <p:cNvPr id="39" name="">
            <a:extLst xmlns:a="http://schemas.openxmlformats.org/drawingml/2006/main">
              <a:ext uri="{FF2B5EF4-FFF2-40B4-BE49-F238E27FC236}">
                <a16:creationId xmlns:a16="http://schemas.microsoft.com/office/drawing/2014/main" id="{D5E1D5FE-3D14-4AC2-A564-EB696C430A24}"/>
              </a:ext>
            </a:extLst>
          </p:cNvPr>
          <p:cNvSpPr>
            <a:spLocks xmlns:a="http://schemas.openxmlformats.org/drawingml/2006/main" noGrp="1"/>
          </p:cNvSpPr>
          <p:nvPr/>
        </p:nvSpPr>
        <p:spPr>
          <a:xfrm xmlns:a="http://schemas.openxmlformats.org/drawingml/2006/main">
            <a:off x="3267075" y="4152900"/>
            <a:ext cx="2609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0">
                <a:solidFill>
                  <a:srgbClr val="596560"/>
                </a:solidFill>
              </a:defRPr>
            </a:defPPr>
            <a:lvl1pPr algn="l">
              <a:buNone/>
              <a:defRPr sz="1050" b="0">
                <a:solidFill>
                  <a:srgbClr val="596560"/>
                </a:solidFill>
              </a:defRPr>
            </a:lvl1pPr>
            <a:lvl2pPr algn="l">
              <a:buNone/>
              <a:defRPr sz="1050" b="0">
                <a:solidFill>
                  <a:srgbClr val="596560"/>
                </a:solidFill>
              </a:defRPr>
            </a:lvl2pPr>
            <a:lvl3pPr algn="l">
              <a:buNone/>
              <a:defRPr sz="1050" b="0">
                <a:solidFill>
                  <a:srgbClr val="596560"/>
                </a:solidFill>
              </a:defRPr>
            </a:lvl3pPr>
            <a:lvl4pPr algn="l">
              <a:buNone/>
              <a:defRPr sz="1050" b="0">
                <a:solidFill>
                  <a:srgbClr val="596560"/>
                </a:solidFill>
              </a:defRPr>
            </a:lvl4pPr>
            <a:lvl5pPr algn="l">
              <a:buNone/>
              <a:defRPr sz="1050" b="0">
                <a:solidFill>
                  <a:srgbClr val="596560"/>
                </a:solidFill>
              </a:defRPr>
            </a:lvl5pPr>
            <a:lvl6pPr algn="l">
              <a:buNone/>
              <a:defRPr sz="1050" b="0">
                <a:solidFill>
                  <a:srgbClr val="596560"/>
                </a:solidFill>
              </a:defRPr>
            </a:lvl6pPr>
            <a:lvl7pPr algn="l">
              <a:buNone/>
              <a:defRPr sz="1050" b="0">
                <a:solidFill>
                  <a:srgbClr val="596560"/>
                </a:solidFill>
              </a:defRPr>
            </a:lvl7pPr>
            <a:lvl8pPr algn="l">
              <a:buNone/>
              <a:defRPr sz="1050" b="0">
                <a:solidFill>
                  <a:srgbClr val="596560"/>
                </a:solidFill>
              </a:defRPr>
            </a:lvl8pPr>
            <a:lvl9pPr algn="l">
              <a:buNone/>
              <a:defRPr sz="1050" b="0">
                <a:solidFill>
                  <a:srgbClr val="596560"/>
                </a:solidFill>
              </a:defRPr>
            </a:lvl9pPr>
          </a:lstStyle>
          <a:p xmlns:a="http://schemas.openxmlformats.org/drawingml/2006/main">
            <a:pPr algn="l">
              <a:buNone/>
              <a:defRPr sz="1050" b="0">
                <a:solidFill>
                  <a:srgbClr val="596560"/>
                </a:solidFill>
              </a:defRPr>
            </a:pPr>
            <a:r>
              <a:rPr sz="1050" b="0">
                <a:solidFill>
                  <a:srgbClr val="596560"/>
                </a:solidFill>
              </a:rPr>
              <a:t>No approval authority</a:t>
            </a:r>
          </a:p>
        </p:txBody>
      </p:sp>
      <p:sp>
        <p:nvSpPr>
          <p:cNvPr id="40" name="">
            <a:extLst xmlns:a="http://schemas.openxmlformats.org/drawingml/2006/main">
              <a:ext uri="{FF2B5EF4-FFF2-40B4-BE49-F238E27FC236}">
                <a16:creationId xmlns:a16="http://schemas.microsoft.com/office/drawing/2014/main" id="{DE4BFC78-0FB8-478B-8DCF-19D0395C1D42}"/>
              </a:ext>
            </a:extLst>
          </p:cNvPr>
          <p:cNvSpPr>
            <a:spLocks xmlns:a="http://schemas.openxmlformats.org/drawingml/2006/main" noGrp="1"/>
          </p:cNvSpPr>
          <p:nvPr/>
        </p:nvSpPr>
        <p:spPr>
          <a:xfrm xmlns:a="http://schemas.openxmlformats.org/drawingml/2006/main">
            <a:off x="6000750" y="4076700"/>
            <a:ext cx="2857500" cy="723900"/>
          </a:xfrm>
          <a:prstGeom xmlns:a="http://schemas.openxmlformats.org/drawingml/2006/main" prst="rect">
            <a:avLst/>
          </a:prstGeom>
          <a:solidFill xmlns:a="http://schemas.openxmlformats.org/drawingml/2006/main">
            <a:srgbClr val="EAE7DF"/>
          </a:solidFill>
          <a:ln xmlns:a="http://schemas.openxmlformats.org/drawingml/2006/main" w="9525">
            <a:solidFill>
              <a:srgbClr val="D8D3CA"/>
            </a:solidFill>
            <a:prstDash val="solid"/>
          </a:ln>
        </p:spPr>
      </p:sp>
      <p:sp>
        <p:nvSpPr>
          <p:cNvPr id="41" name="">
            <a:extLst xmlns:a="http://schemas.openxmlformats.org/drawingml/2006/main">
              <a:ext uri="{FF2B5EF4-FFF2-40B4-BE49-F238E27FC236}">
                <a16:creationId xmlns:a16="http://schemas.microsoft.com/office/drawing/2014/main" id="{7835CB5C-039A-43C1-963D-A57374234F67}"/>
              </a:ext>
            </a:extLst>
          </p:cNvPr>
          <p:cNvSpPr>
            <a:spLocks xmlns:a="http://schemas.openxmlformats.org/drawingml/2006/main" noGrp="1"/>
          </p:cNvSpPr>
          <p:nvPr/>
        </p:nvSpPr>
        <p:spPr>
          <a:xfrm xmlns:a="http://schemas.openxmlformats.org/drawingml/2006/main">
            <a:off x="6124575" y="4152900"/>
            <a:ext cx="2609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0">
                <a:solidFill>
                  <a:srgbClr val="596560"/>
                </a:solidFill>
              </a:defRPr>
            </a:defPPr>
            <a:lvl1pPr algn="l">
              <a:buNone/>
              <a:defRPr sz="1050" b="0">
                <a:solidFill>
                  <a:srgbClr val="596560"/>
                </a:solidFill>
              </a:defRPr>
            </a:lvl1pPr>
            <a:lvl2pPr algn="l">
              <a:buNone/>
              <a:defRPr sz="1050" b="0">
                <a:solidFill>
                  <a:srgbClr val="596560"/>
                </a:solidFill>
              </a:defRPr>
            </a:lvl2pPr>
            <a:lvl3pPr algn="l">
              <a:buNone/>
              <a:defRPr sz="1050" b="0">
                <a:solidFill>
                  <a:srgbClr val="596560"/>
                </a:solidFill>
              </a:defRPr>
            </a:lvl3pPr>
            <a:lvl4pPr algn="l">
              <a:buNone/>
              <a:defRPr sz="1050" b="0">
                <a:solidFill>
                  <a:srgbClr val="596560"/>
                </a:solidFill>
              </a:defRPr>
            </a:lvl4pPr>
            <a:lvl5pPr algn="l">
              <a:buNone/>
              <a:defRPr sz="1050" b="0">
                <a:solidFill>
                  <a:srgbClr val="596560"/>
                </a:solidFill>
              </a:defRPr>
            </a:lvl5pPr>
            <a:lvl6pPr algn="l">
              <a:buNone/>
              <a:defRPr sz="1050" b="0">
                <a:solidFill>
                  <a:srgbClr val="596560"/>
                </a:solidFill>
              </a:defRPr>
            </a:lvl6pPr>
            <a:lvl7pPr algn="l">
              <a:buNone/>
              <a:defRPr sz="1050" b="0">
                <a:solidFill>
                  <a:srgbClr val="596560"/>
                </a:solidFill>
              </a:defRPr>
            </a:lvl7pPr>
            <a:lvl8pPr algn="l">
              <a:buNone/>
              <a:defRPr sz="1050" b="0">
                <a:solidFill>
                  <a:srgbClr val="596560"/>
                </a:solidFill>
              </a:defRPr>
            </a:lvl8pPr>
            <a:lvl9pPr algn="l">
              <a:buNone/>
              <a:defRPr sz="1050" b="0">
                <a:solidFill>
                  <a:srgbClr val="596560"/>
                </a:solidFill>
              </a:defRPr>
            </a:lvl9pPr>
          </a:lstStyle>
          <a:p xmlns:a="http://schemas.openxmlformats.org/drawingml/2006/main">
            <a:pPr algn="l">
              <a:buNone/>
              <a:defRPr sz="1050" b="0">
                <a:solidFill>
                  <a:srgbClr val="596560"/>
                </a:solidFill>
              </a:defRPr>
            </a:pPr>
            <a:r>
              <a:rPr sz="1050" b="0">
                <a:solidFill>
                  <a:srgbClr val="596560"/>
                </a:solidFill>
              </a:rPr>
              <a:t>Approve / reject; reason required</a:t>
            </a:r>
          </a:p>
        </p:txBody>
      </p:sp>
      <p:sp>
        <p:nvSpPr>
          <p:cNvPr id="42" name="">
            <a:extLst xmlns:a="http://schemas.openxmlformats.org/drawingml/2006/main">
              <a:ext uri="{FF2B5EF4-FFF2-40B4-BE49-F238E27FC236}">
                <a16:creationId xmlns:a16="http://schemas.microsoft.com/office/drawing/2014/main" id="{CF7E5D48-C1BA-485D-AA7D-560C452C8DAD}"/>
              </a:ext>
            </a:extLst>
          </p:cNvPr>
          <p:cNvSpPr>
            <a:spLocks xmlns:a="http://schemas.openxmlformats.org/drawingml/2006/main" noGrp="1"/>
          </p:cNvSpPr>
          <p:nvPr/>
        </p:nvSpPr>
        <p:spPr>
          <a:xfrm xmlns:a="http://schemas.openxmlformats.org/drawingml/2006/main">
            <a:off x="8858250" y="4076700"/>
            <a:ext cx="2667000" cy="723900"/>
          </a:xfrm>
          <a:prstGeom xmlns:a="http://schemas.openxmlformats.org/drawingml/2006/main" prst="rect">
            <a:avLst/>
          </a:prstGeom>
          <a:solidFill xmlns:a="http://schemas.openxmlformats.org/drawingml/2006/main">
            <a:srgbClr val="EAE7DF"/>
          </a:solidFill>
          <a:ln xmlns:a="http://schemas.openxmlformats.org/drawingml/2006/main" w="9525">
            <a:solidFill>
              <a:srgbClr val="D8D3CA"/>
            </a:solidFill>
            <a:prstDash val="solid"/>
          </a:ln>
        </p:spPr>
      </p:sp>
      <p:sp>
        <p:nvSpPr>
          <p:cNvPr id="43" name="">
            <a:extLst xmlns:a="http://schemas.openxmlformats.org/drawingml/2006/main">
              <a:ext uri="{FF2B5EF4-FFF2-40B4-BE49-F238E27FC236}">
                <a16:creationId xmlns:a16="http://schemas.microsoft.com/office/drawing/2014/main" id="{90D2755E-B26A-499B-B79B-8C8616799FEC}"/>
              </a:ext>
            </a:extLst>
          </p:cNvPr>
          <p:cNvSpPr>
            <a:spLocks xmlns:a="http://schemas.openxmlformats.org/drawingml/2006/main" noGrp="1"/>
          </p:cNvSpPr>
          <p:nvPr/>
        </p:nvSpPr>
        <p:spPr>
          <a:xfrm xmlns:a="http://schemas.openxmlformats.org/drawingml/2006/main">
            <a:off x="8982075" y="4152900"/>
            <a:ext cx="2419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0">
                <a:solidFill>
                  <a:srgbClr val="596560"/>
                </a:solidFill>
              </a:defRPr>
            </a:defPPr>
            <a:lvl1pPr algn="l">
              <a:buNone/>
              <a:defRPr sz="1050" b="0">
                <a:solidFill>
                  <a:srgbClr val="596560"/>
                </a:solidFill>
              </a:defRPr>
            </a:lvl1pPr>
            <a:lvl2pPr algn="l">
              <a:buNone/>
              <a:defRPr sz="1050" b="0">
                <a:solidFill>
                  <a:srgbClr val="596560"/>
                </a:solidFill>
              </a:defRPr>
            </a:lvl2pPr>
            <a:lvl3pPr algn="l">
              <a:buNone/>
              <a:defRPr sz="1050" b="0">
                <a:solidFill>
                  <a:srgbClr val="596560"/>
                </a:solidFill>
              </a:defRPr>
            </a:lvl3pPr>
            <a:lvl4pPr algn="l">
              <a:buNone/>
              <a:defRPr sz="1050" b="0">
                <a:solidFill>
                  <a:srgbClr val="596560"/>
                </a:solidFill>
              </a:defRPr>
            </a:lvl4pPr>
            <a:lvl5pPr algn="l">
              <a:buNone/>
              <a:defRPr sz="1050" b="0">
                <a:solidFill>
                  <a:srgbClr val="596560"/>
                </a:solidFill>
              </a:defRPr>
            </a:lvl5pPr>
            <a:lvl6pPr algn="l">
              <a:buNone/>
              <a:defRPr sz="1050" b="0">
                <a:solidFill>
                  <a:srgbClr val="596560"/>
                </a:solidFill>
              </a:defRPr>
            </a:lvl6pPr>
            <a:lvl7pPr algn="l">
              <a:buNone/>
              <a:defRPr sz="1050" b="0">
                <a:solidFill>
                  <a:srgbClr val="596560"/>
                </a:solidFill>
              </a:defRPr>
            </a:lvl7pPr>
            <a:lvl8pPr algn="l">
              <a:buNone/>
              <a:defRPr sz="1050" b="0">
                <a:solidFill>
                  <a:srgbClr val="596560"/>
                </a:solidFill>
              </a:defRPr>
            </a:lvl8pPr>
            <a:lvl9pPr algn="l">
              <a:buNone/>
              <a:defRPr sz="1050" b="0">
                <a:solidFill>
                  <a:srgbClr val="596560"/>
                </a:solidFill>
              </a:defRPr>
            </a:lvl9pPr>
          </a:lstStyle>
          <a:p xmlns:a="http://schemas.openxmlformats.org/drawingml/2006/main">
            <a:pPr algn="l">
              <a:buNone/>
              <a:defRPr sz="1050" b="0">
                <a:solidFill>
                  <a:srgbClr val="596560"/>
                </a:solidFill>
              </a:defRPr>
            </a:pPr>
            <a:r>
              <a:rPr sz="1050" b="0">
                <a:solidFill>
                  <a:srgbClr val="596560"/>
                </a:solidFill>
              </a:rPr>
              <a:t>Record outcome; no release, no dispatch</a:t>
            </a:r>
          </a:p>
        </p:txBody>
      </p:sp>
      <p:sp>
        <p:nvSpPr>
          <p:cNvPr id="44" name="">
            <a:extLst xmlns:a="http://schemas.openxmlformats.org/drawingml/2006/main">
              <a:ext uri="{FF2B5EF4-FFF2-40B4-BE49-F238E27FC236}">
                <a16:creationId xmlns:a16="http://schemas.microsoft.com/office/drawing/2014/main" id="{FE833928-9230-4012-B3C2-722C2F12BAB6}"/>
              </a:ext>
            </a:extLst>
          </p:cNvPr>
          <p:cNvSpPr>
            <a:spLocks xmlns:a="http://schemas.openxmlformats.org/drawingml/2006/main" noGrp="1"/>
          </p:cNvSpPr>
          <p:nvPr/>
        </p:nvSpPr>
        <p:spPr>
          <a:xfrm xmlns:a="http://schemas.openxmlformats.org/drawingml/2006/main">
            <a:off x="666750" y="4800600"/>
            <a:ext cx="2476500" cy="723900"/>
          </a:xfrm>
          <a:prstGeom xmlns:a="http://schemas.openxmlformats.org/drawingml/2006/main" prst="rect">
            <a:avLst/>
          </a:prstGeom>
          <a:solidFill xmlns:a="http://schemas.openxmlformats.org/drawingml/2006/main">
            <a:srgbClr val="FBFAF7"/>
          </a:solidFill>
          <a:ln xmlns:a="http://schemas.openxmlformats.org/drawingml/2006/main" w="9525">
            <a:solidFill>
              <a:srgbClr val="D8D3CA"/>
            </a:solidFill>
            <a:prstDash val="solid"/>
          </a:ln>
        </p:spPr>
      </p:sp>
      <p:sp>
        <p:nvSpPr>
          <p:cNvPr id="45" name="">
            <a:extLst xmlns:a="http://schemas.openxmlformats.org/drawingml/2006/main">
              <a:ext uri="{FF2B5EF4-FFF2-40B4-BE49-F238E27FC236}">
                <a16:creationId xmlns:a16="http://schemas.microsoft.com/office/drawing/2014/main" id="{7E6E7B53-BAC5-44C2-9411-29C397A18F86}"/>
              </a:ext>
            </a:extLst>
          </p:cNvPr>
          <p:cNvSpPr>
            <a:spLocks xmlns:a="http://schemas.openxmlformats.org/drawingml/2006/main" noGrp="1"/>
          </p:cNvSpPr>
          <p:nvPr/>
        </p:nvSpPr>
        <p:spPr>
          <a:xfrm xmlns:a="http://schemas.openxmlformats.org/drawingml/2006/main">
            <a:off x="790575" y="4876800"/>
            <a:ext cx="2228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7211F"/>
                </a:solidFill>
              </a:defRPr>
            </a:defPPr>
            <a:lvl1pPr algn="l">
              <a:buNone/>
              <a:defRPr sz="1050" b="1">
                <a:solidFill>
                  <a:srgbClr val="17211F"/>
                </a:solidFill>
              </a:defRPr>
            </a:lvl1pPr>
            <a:lvl2pPr algn="l">
              <a:buNone/>
              <a:defRPr sz="1050" b="1">
                <a:solidFill>
                  <a:srgbClr val="17211F"/>
                </a:solidFill>
              </a:defRPr>
            </a:lvl2pPr>
            <a:lvl3pPr algn="l">
              <a:buNone/>
              <a:defRPr sz="1050" b="1">
                <a:solidFill>
                  <a:srgbClr val="17211F"/>
                </a:solidFill>
              </a:defRPr>
            </a:lvl3pPr>
            <a:lvl4pPr algn="l">
              <a:buNone/>
              <a:defRPr sz="1050" b="1">
                <a:solidFill>
                  <a:srgbClr val="17211F"/>
                </a:solidFill>
              </a:defRPr>
            </a:lvl4pPr>
            <a:lvl5pPr algn="l">
              <a:buNone/>
              <a:defRPr sz="1050" b="1">
                <a:solidFill>
                  <a:srgbClr val="17211F"/>
                </a:solidFill>
              </a:defRPr>
            </a:lvl5pPr>
            <a:lvl6pPr algn="l">
              <a:buNone/>
              <a:defRPr sz="1050" b="1">
                <a:solidFill>
                  <a:srgbClr val="17211F"/>
                </a:solidFill>
              </a:defRPr>
            </a:lvl6pPr>
            <a:lvl7pPr algn="l">
              <a:buNone/>
              <a:defRPr sz="1050" b="1">
                <a:solidFill>
                  <a:srgbClr val="17211F"/>
                </a:solidFill>
              </a:defRPr>
            </a:lvl7pPr>
            <a:lvl8pPr algn="l">
              <a:buNone/>
              <a:defRPr sz="1050" b="1">
                <a:solidFill>
                  <a:srgbClr val="17211F"/>
                </a:solidFill>
              </a:defRPr>
            </a:lvl8pPr>
            <a:lvl9pPr algn="l">
              <a:buNone/>
              <a:defRPr sz="1050" b="1">
                <a:solidFill>
                  <a:srgbClr val="17211F"/>
                </a:solidFill>
              </a:defRPr>
            </a:lvl9pPr>
          </a:lstStyle>
          <a:p xmlns:a="http://schemas.openxmlformats.org/drawingml/2006/main">
            <a:pPr algn="l">
              <a:buNone/>
              <a:defRPr sz="1050" b="1">
                <a:solidFill>
                  <a:srgbClr val="17211F"/>
                </a:solidFill>
              </a:defRPr>
            </a:pPr>
            <a:r>
              <a:rPr sz="1050" b="1">
                <a:solidFill>
                  <a:srgbClr val="17211F"/>
                </a:solidFill>
              </a:rPr>
              <a:t>Audit trail</a:t>
            </a:r>
          </a:p>
        </p:txBody>
      </p:sp>
      <p:sp>
        <p:nvSpPr>
          <p:cNvPr id="46" name="">
            <a:extLst xmlns:a="http://schemas.openxmlformats.org/drawingml/2006/main">
              <a:ext uri="{FF2B5EF4-FFF2-40B4-BE49-F238E27FC236}">
                <a16:creationId xmlns:a16="http://schemas.microsoft.com/office/drawing/2014/main" id="{F5B62380-EC15-42A1-B325-A98382A82438}"/>
              </a:ext>
            </a:extLst>
          </p:cNvPr>
          <p:cNvSpPr>
            <a:spLocks xmlns:a="http://schemas.openxmlformats.org/drawingml/2006/main" noGrp="1"/>
          </p:cNvSpPr>
          <p:nvPr/>
        </p:nvSpPr>
        <p:spPr>
          <a:xfrm xmlns:a="http://schemas.openxmlformats.org/drawingml/2006/main">
            <a:off x="3143250" y="4800600"/>
            <a:ext cx="2857500" cy="723900"/>
          </a:xfrm>
          <a:prstGeom xmlns:a="http://schemas.openxmlformats.org/drawingml/2006/main" prst="rect">
            <a:avLst/>
          </a:prstGeom>
          <a:solidFill xmlns:a="http://schemas.openxmlformats.org/drawingml/2006/main">
            <a:srgbClr val="FBFAF7"/>
          </a:solidFill>
          <a:ln xmlns:a="http://schemas.openxmlformats.org/drawingml/2006/main" w="9525">
            <a:solidFill>
              <a:srgbClr val="D8D3CA"/>
            </a:solidFill>
            <a:prstDash val="solid"/>
          </a:ln>
        </p:spPr>
      </p:sp>
      <p:sp>
        <p:nvSpPr>
          <p:cNvPr id="47" name="">
            <a:extLst xmlns:a="http://schemas.openxmlformats.org/drawingml/2006/main">
              <a:ext uri="{FF2B5EF4-FFF2-40B4-BE49-F238E27FC236}">
                <a16:creationId xmlns:a16="http://schemas.microsoft.com/office/drawing/2014/main" id="{AC6A63E7-3646-4436-B55F-6CE2FABFCE01}"/>
              </a:ext>
            </a:extLst>
          </p:cNvPr>
          <p:cNvSpPr>
            <a:spLocks xmlns:a="http://schemas.openxmlformats.org/drawingml/2006/main" noGrp="1"/>
          </p:cNvSpPr>
          <p:nvPr/>
        </p:nvSpPr>
        <p:spPr>
          <a:xfrm xmlns:a="http://schemas.openxmlformats.org/drawingml/2006/main">
            <a:off x="3267075" y="4876800"/>
            <a:ext cx="2609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0">
                <a:solidFill>
                  <a:srgbClr val="596560"/>
                </a:solidFill>
              </a:defRPr>
            </a:defPPr>
            <a:lvl1pPr algn="l">
              <a:buNone/>
              <a:defRPr sz="1050" b="0">
                <a:solidFill>
                  <a:srgbClr val="596560"/>
                </a:solidFill>
              </a:defRPr>
            </a:lvl1pPr>
            <a:lvl2pPr algn="l">
              <a:buNone/>
              <a:defRPr sz="1050" b="0">
                <a:solidFill>
                  <a:srgbClr val="596560"/>
                </a:solidFill>
              </a:defRPr>
            </a:lvl2pPr>
            <a:lvl3pPr algn="l">
              <a:buNone/>
              <a:defRPr sz="1050" b="0">
                <a:solidFill>
                  <a:srgbClr val="596560"/>
                </a:solidFill>
              </a:defRPr>
            </a:lvl3pPr>
            <a:lvl4pPr algn="l">
              <a:buNone/>
              <a:defRPr sz="1050" b="0">
                <a:solidFill>
                  <a:srgbClr val="596560"/>
                </a:solidFill>
              </a:defRPr>
            </a:lvl4pPr>
            <a:lvl5pPr algn="l">
              <a:buNone/>
              <a:defRPr sz="1050" b="0">
                <a:solidFill>
                  <a:srgbClr val="596560"/>
                </a:solidFill>
              </a:defRPr>
            </a:lvl5pPr>
            <a:lvl6pPr algn="l">
              <a:buNone/>
              <a:defRPr sz="1050" b="0">
                <a:solidFill>
                  <a:srgbClr val="596560"/>
                </a:solidFill>
              </a:defRPr>
            </a:lvl6pPr>
            <a:lvl7pPr algn="l">
              <a:buNone/>
              <a:defRPr sz="1050" b="0">
                <a:solidFill>
                  <a:srgbClr val="596560"/>
                </a:solidFill>
              </a:defRPr>
            </a:lvl7pPr>
            <a:lvl8pPr algn="l">
              <a:buNone/>
              <a:defRPr sz="1050" b="0">
                <a:solidFill>
                  <a:srgbClr val="596560"/>
                </a:solidFill>
              </a:defRPr>
            </a:lvl8pPr>
            <a:lvl9pPr algn="l">
              <a:buNone/>
              <a:defRPr sz="1050" b="0">
                <a:solidFill>
                  <a:srgbClr val="596560"/>
                </a:solidFill>
              </a:defRPr>
            </a:lvl9pPr>
          </a:lstStyle>
          <a:p xmlns:a="http://schemas.openxmlformats.org/drawingml/2006/main">
            <a:pPr algn="l">
              <a:buNone/>
              <a:defRPr sz="1050" b="0">
                <a:solidFill>
                  <a:srgbClr val="596560"/>
                </a:solidFill>
              </a:defRPr>
            </a:pPr>
            <a:r>
              <a:rPr sz="1050" b="0">
                <a:solidFill>
                  <a:srgbClr val="596560"/>
                </a:solidFill>
              </a:rPr>
              <a:t>Order submission</a:t>
            </a:r>
          </a:p>
        </p:txBody>
      </p:sp>
      <p:sp>
        <p:nvSpPr>
          <p:cNvPr id="48" name="">
            <a:extLst xmlns:a="http://schemas.openxmlformats.org/drawingml/2006/main">
              <a:ext uri="{FF2B5EF4-FFF2-40B4-BE49-F238E27FC236}">
                <a16:creationId xmlns:a16="http://schemas.microsoft.com/office/drawing/2014/main" id="{B245A717-A752-4A42-988A-579E18DE7462}"/>
              </a:ext>
            </a:extLst>
          </p:cNvPr>
          <p:cNvSpPr>
            <a:spLocks xmlns:a="http://schemas.openxmlformats.org/drawingml/2006/main" noGrp="1"/>
          </p:cNvSpPr>
          <p:nvPr/>
        </p:nvSpPr>
        <p:spPr>
          <a:xfrm xmlns:a="http://schemas.openxmlformats.org/drawingml/2006/main">
            <a:off x="6000750" y="4800600"/>
            <a:ext cx="2857500" cy="723900"/>
          </a:xfrm>
          <a:prstGeom xmlns:a="http://schemas.openxmlformats.org/drawingml/2006/main" prst="rect">
            <a:avLst/>
          </a:prstGeom>
          <a:solidFill xmlns:a="http://schemas.openxmlformats.org/drawingml/2006/main">
            <a:srgbClr val="FBFAF7"/>
          </a:solidFill>
          <a:ln xmlns:a="http://schemas.openxmlformats.org/drawingml/2006/main" w="9525">
            <a:solidFill>
              <a:srgbClr val="D8D3CA"/>
            </a:solidFill>
            <a:prstDash val="solid"/>
          </a:ln>
        </p:spPr>
      </p:sp>
      <p:sp>
        <p:nvSpPr>
          <p:cNvPr id="49" name="">
            <a:extLst xmlns:a="http://schemas.openxmlformats.org/drawingml/2006/main">
              <a:ext uri="{FF2B5EF4-FFF2-40B4-BE49-F238E27FC236}">
                <a16:creationId xmlns:a16="http://schemas.microsoft.com/office/drawing/2014/main" id="{DD1EA332-C89C-49C8-956F-92575C212283}"/>
              </a:ext>
            </a:extLst>
          </p:cNvPr>
          <p:cNvSpPr>
            <a:spLocks xmlns:a="http://schemas.openxmlformats.org/drawingml/2006/main" noGrp="1"/>
          </p:cNvSpPr>
          <p:nvPr/>
        </p:nvSpPr>
        <p:spPr>
          <a:xfrm xmlns:a="http://schemas.openxmlformats.org/drawingml/2006/main">
            <a:off x="6124575" y="4876800"/>
            <a:ext cx="2609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0">
                <a:solidFill>
                  <a:srgbClr val="596560"/>
                </a:solidFill>
              </a:defRPr>
            </a:defPPr>
            <a:lvl1pPr algn="l">
              <a:buNone/>
              <a:defRPr sz="1050" b="0">
                <a:solidFill>
                  <a:srgbClr val="596560"/>
                </a:solidFill>
              </a:defRPr>
            </a:lvl1pPr>
            <a:lvl2pPr algn="l">
              <a:buNone/>
              <a:defRPr sz="1050" b="0">
                <a:solidFill>
                  <a:srgbClr val="596560"/>
                </a:solidFill>
              </a:defRPr>
            </a:lvl2pPr>
            <a:lvl3pPr algn="l">
              <a:buNone/>
              <a:defRPr sz="1050" b="0">
                <a:solidFill>
                  <a:srgbClr val="596560"/>
                </a:solidFill>
              </a:defRPr>
            </a:lvl3pPr>
            <a:lvl4pPr algn="l">
              <a:buNone/>
              <a:defRPr sz="1050" b="0">
                <a:solidFill>
                  <a:srgbClr val="596560"/>
                </a:solidFill>
              </a:defRPr>
            </a:lvl4pPr>
            <a:lvl5pPr algn="l">
              <a:buNone/>
              <a:defRPr sz="1050" b="0">
                <a:solidFill>
                  <a:srgbClr val="596560"/>
                </a:solidFill>
              </a:defRPr>
            </a:lvl5pPr>
            <a:lvl6pPr algn="l">
              <a:buNone/>
              <a:defRPr sz="1050" b="0">
                <a:solidFill>
                  <a:srgbClr val="596560"/>
                </a:solidFill>
              </a:defRPr>
            </a:lvl6pPr>
            <a:lvl7pPr algn="l">
              <a:buNone/>
              <a:defRPr sz="1050" b="0">
                <a:solidFill>
                  <a:srgbClr val="596560"/>
                </a:solidFill>
              </a:defRPr>
            </a:lvl7pPr>
            <a:lvl8pPr algn="l">
              <a:buNone/>
              <a:defRPr sz="1050" b="0">
                <a:solidFill>
                  <a:srgbClr val="596560"/>
                </a:solidFill>
              </a:defRPr>
            </a:lvl8pPr>
            <a:lvl9pPr algn="l">
              <a:buNone/>
              <a:defRPr sz="1050" b="0">
                <a:solidFill>
                  <a:srgbClr val="596560"/>
                </a:solidFill>
              </a:defRPr>
            </a:lvl9pPr>
          </a:lstStyle>
          <a:p xmlns:a="http://schemas.openxmlformats.org/drawingml/2006/main">
            <a:pPr algn="l">
              <a:buNone/>
              <a:defRPr sz="1050" b="0">
                <a:solidFill>
                  <a:srgbClr val="596560"/>
                </a:solidFill>
              </a:defRPr>
            </a:pPr>
            <a:r>
              <a:rPr sz="1050" b="0">
                <a:solidFill>
                  <a:srgbClr val="596560"/>
                </a:solidFill>
              </a:rPr>
              <a:t>Decision and order number</a:t>
            </a:r>
          </a:p>
        </p:txBody>
      </p:sp>
      <p:sp>
        <p:nvSpPr>
          <p:cNvPr id="50" name="">
            <a:extLst xmlns:a="http://schemas.openxmlformats.org/drawingml/2006/main">
              <a:ext uri="{FF2B5EF4-FFF2-40B4-BE49-F238E27FC236}">
                <a16:creationId xmlns:a16="http://schemas.microsoft.com/office/drawing/2014/main" id="{6FFB7CEE-F138-44DD-8158-48D65DC5BD8B}"/>
              </a:ext>
            </a:extLst>
          </p:cNvPr>
          <p:cNvSpPr>
            <a:spLocks xmlns:a="http://schemas.openxmlformats.org/drawingml/2006/main" noGrp="1"/>
          </p:cNvSpPr>
          <p:nvPr/>
        </p:nvSpPr>
        <p:spPr>
          <a:xfrm xmlns:a="http://schemas.openxmlformats.org/drawingml/2006/main">
            <a:off x="8858250" y="4800600"/>
            <a:ext cx="2667000" cy="723900"/>
          </a:xfrm>
          <a:prstGeom xmlns:a="http://schemas.openxmlformats.org/drawingml/2006/main" prst="rect">
            <a:avLst/>
          </a:prstGeom>
          <a:solidFill xmlns:a="http://schemas.openxmlformats.org/drawingml/2006/main">
            <a:srgbClr val="FBFAF7"/>
          </a:solidFill>
          <a:ln xmlns:a="http://schemas.openxmlformats.org/drawingml/2006/main" w="9525">
            <a:solidFill>
              <a:srgbClr val="D8D3CA"/>
            </a:solidFill>
            <a:prstDash val="solid"/>
          </a:ln>
        </p:spPr>
      </p:sp>
      <p:sp>
        <p:nvSpPr>
          <p:cNvPr id="51" name="">
            <a:extLst xmlns:a="http://schemas.openxmlformats.org/drawingml/2006/main">
              <a:ext uri="{FF2B5EF4-FFF2-40B4-BE49-F238E27FC236}">
                <a16:creationId xmlns:a16="http://schemas.microsoft.com/office/drawing/2014/main" id="{F32BD740-5C36-4159-A727-58E467A62F91}"/>
              </a:ext>
            </a:extLst>
          </p:cNvPr>
          <p:cNvSpPr>
            <a:spLocks xmlns:a="http://schemas.openxmlformats.org/drawingml/2006/main" noGrp="1"/>
          </p:cNvSpPr>
          <p:nvPr/>
        </p:nvSpPr>
        <p:spPr>
          <a:xfrm xmlns:a="http://schemas.openxmlformats.org/drawingml/2006/main">
            <a:off x="8982075" y="4876800"/>
            <a:ext cx="2419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0">
                <a:solidFill>
                  <a:srgbClr val="596560"/>
                </a:solidFill>
              </a:defRPr>
            </a:defPPr>
            <a:lvl1pPr algn="l">
              <a:buNone/>
              <a:defRPr sz="1050" b="0">
                <a:solidFill>
                  <a:srgbClr val="596560"/>
                </a:solidFill>
              </a:defRPr>
            </a:lvl1pPr>
            <a:lvl2pPr algn="l">
              <a:buNone/>
              <a:defRPr sz="1050" b="0">
                <a:solidFill>
                  <a:srgbClr val="596560"/>
                </a:solidFill>
              </a:defRPr>
            </a:lvl2pPr>
            <a:lvl3pPr algn="l">
              <a:buNone/>
              <a:defRPr sz="1050" b="0">
                <a:solidFill>
                  <a:srgbClr val="596560"/>
                </a:solidFill>
              </a:defRPr>
            </a:lvl3pPr>
            <a:lvl4pPr algn="l">
              <a:buNone/>
              <a:defRPr sz="1050" b="0">
                <a:solidFill>
                  <a:srgbClr val="596560"/>
                </a:solidFill>
              </a:defRPr>
            </a:lvl4pPr>
            <a:lvl5pPr algn="l">
              <a:buNone/>
              <a:defRPr sz="1050" b="0">
                <a:solidFill>
                  <a:srgbClr val="596560"/>
                </a:solidFill>
              </a:defRPr>
            </a:lvl5pPr>
            <a:lvl6pPr algn="l">
              <a:buNone/>
              <a:defRPr sz="1050" b="0">
                <a:solidFill>
                  <a:srgbClr val="596560"/>
                </a:solidFill>
              </a:defRPr>
            </a:lvl6pPr>
            <a:lvl7pPr algn="l">
              <a:buNone/>
              <a:defRPr sz="1050" b="0">
                <a:solidFill>
                  <a:srgbClr val="596560"/>
                </a:solidFill>
              </a:defRPr>
            </a:lvl7pPr>
            <a:lvl8pPr algn="l">
              <a:buNone/>
              <a:defRPr sz="1050" b="0">
                <a:solidFill>
                  <a:srgbClr val="596560"/>
                </a:solidFill>
              </a:defRPr>
            </a:lvl8pPr>
            <a:lvl9pPr algn="l">
              <a:buNone/>
              <a:defRPr sz="1050" b="0">
                <a:solidFill>
                  <a:srgbClr val="596560"/>
                </a:solidFill>
              </a:defRPr>
            </a:lvl9pPr>
          </a:lstStyle>
          <a:p xmlns:a="http://schemas.openxmlformats.org/drawingml/2006/main">
            <a:pPr algn="l">
              <a:buNone/>
              <a:defRPr sz="1050" b="0">
                <a:solidFill>
                  <a:srgbClr val="596560"/>
                </a:solidFill>
              </a:defRPr>
            </a:pPr>
            <a:r>
              <a:rPr sz="1050" b="0">
                <a:solidFill>
                  <a:srgbClr val="596560"/>
                </a:solidFill>
              </a:rPr>
              <a:t>Operator, time, batch and inspection</a:t>
            </a:r>
          </a:p>
        </p:txBody>
      </p:sp>
      <p:sp>
        <p:nvSpPr>
          <p:cNvPr id="52" name="">
            <a:extLst xmlns:a="http://schemas.openxmlformats.org/drawingml/2006/main">
              <a:ext uri="{FF2B5EF4-FFF2-40B4-BE49-F238E27FC236}">
                <a16:creationId xmlns:a16="http://schemas.microsoft.com/office/drawing/2014/main" id="{8EE9ED39-BD77-4FE8-88D9-2C7D668BE2FB}"/>
              </a:ext>
            </a:extLst>
          </p:cNvPr>
          <p:cNvSpPr>
            <a:spLocks xmlns:a="http://schemas.openxmlformats.org/drawingml/2006/main" noGrp="1"/>
          </p:cNvSpPr>
          <p:nvPr/>
        </p:nvSpPr>
        <p:spPr>
          <a:xfrm xmlns:a="http://schemas.openxmlformats.org/drawingml/2006/main">
            <a:off x="714375" y="569595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A9423E"/>
                </a:solidFill>
              </a:defRPr>
            </a:defPPr>
            <a:lvl1pPr algn="l">
              <a:buNone/>
              <a:defRPr sz="1125" b="1">
                <a:solidFill>
                  <a:srgbClr val="A9423E"/>
                </a:solidFill>
              </a:defRPr>
            </a:lvl1pPr>
            <a:lvl2pPr algn="l">
              <a:buNone/>
              <a:defRPr sz="1125" b="1">
                <a:solidFill>
                  <a:srgbClr val="A9423E"/>
                </a:solidFill>
              </a:defRPr>
            </a:lvl2pPr>
            <a:lvl3pPr algn="l">
              <a:buNone/>
              <a:defRPr sz="1125" b="1">
                <a:solidFill>
                  <a:srgbClr val="A9423E"/>
                </a:solidFill>
              </a:defRPr>
            </a:lvl3pPr>
            <a:lvl4pPr algn="l">
              <a:buNone/>
              <a:defRPr sz="1125" b="1">
                <a:solidFill>
                  <a:srgbClr val="A9423E"/>
                </a:solidFill>
              </a:defRPr>
            </a:lvl4pPr>
            <a:lvl5pPr algn="l">
              <a:buNone/>
              <a:defRPr sz="1125" b="1">
                <a:solidFill>
                  <a:srgbClr val="A9423E"/>
                </a:solidFill>
              </a:defRPr>
            </a:lvl5pPr>
            <a:lvl6pPr algn="l">
              <a:buNone/>
              <a:defRPr sz="1125" b="1">
                <a:solidFill>
                  <a:srgbClr val="A9423E"/>
                </a:solidFill>
              </a:defRPr>
            </a:lvl6pPr>
            <a:lvl7pPr algn="l">
              <a:buNone/>
              <a:defRPr sz="1125" b="1">
                <a:solidFill>
                  <a:srgbClr val="A9423E"/>
                </a:solidFill>
              </a:defRPr>
            </a:lvl7pPr>
            <a:lvl8pPr algn="l">
              <a:buNone/>
              <a:defRPr sz="1125" b="1">
                <a:solidFill>
                  <a:srgbClr val="A9423E"/>
                </a:solidFill>
              </a:defRPr>
            </a:lvl8pPr>
            <a:lvl9pPr algn="l">
              <a:buNone/>
              <a:defRPr sz="1125" b="1">
                <a:solidFill>
                  <a:srgbClr val="A9423E"/>
                </a:solidFill>
              </a:defRPr>
            </a:lvl9pPr>
          </a:lstStyle>
          <a:p xmlns:a="http://schemas.openxmlformats.org/drawingml/2006/main">
            <a:pPr algn="l">
              <a:buNone/>
              <a:defRPr sz="1125" b="1">
                <a:solidFill>
                  <a:srgbClr val="A9423E"/>
                </a:solidFill>
              </a:defRPr>
            </a:pPr>
            <a:r>
              <a:rPr sz="1125" b="1">
                <a:solidFill>
                  <a:srgbClr val="A9423E"/>
                </a:solidFill>
              </a:rPr>
              <a:t>AI boundary: the current risk card is a deterministic demo assessment—not validated, not connected to external credit data.</a:t>
            </a:r>
          </a:p>
        </p:txBody>
      </p:sp>
    </p:spTree>
    <p:extLst>
      <p:ext uri="{BB962C8B-B14F-4D97-AF65-F5344CB8AC3E}">
        <p14:creationId xmlns:p14="http://schemas.microsoft.com/office/powerpoint/2010/main" val="383127427"/>
      </p:ext>
    </p:extLst>
  </p:cSld>
</p:sld>
</file>

<file path=ppt/slides/slide9.xml><?xml version="1.0" encoding="utf-8"?>
<p:sld xmlns:p="http://schemas.openxmlformats.org/presentationml/2006/main">
  <p:cSld>
    <p:bg>
      <p:bgPr>
        <a:solidFill xmlns:a="http://schemas.openxmlformats.org/drawingml/2006/main">
          <a:srgbClr val="F3F0E9"/>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639DD195-994B-45AC-8997-FA83D4F44313}"/>
              </a:ext>
            </a:extLst>
          </p:cNvPr>
          <p:cNvSpPr>
            <a:spLocks xmlns:a="http://schemas.openxmlformats.org/drawingml/2006/main" noGrp="1"/>
          </p:cNvSpPr>
          <p:nvPr/>
        </p:nvSpPr>
        <p:spPr>
          <a:xfrm xmlns:a="http://schemas.openxmlformats.org/drawingml/2006/main">
            <a:off x="0" y="0"/>
            <a:ext cx="12192000" cy="495300"/>
          </a:xfrm>
          <a:prstGeom xmlns:a="http://schemas.openxmlformats.org/drawingml/2006/main" prst="rect">
            <a:avLst/>
          </a:prstGeom>
          <a:solidFill xmlns:a="http://schemas.openxmlformats.org/drawingml/2006/main">
            <a:srgbClr val="1721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58DE8A3-4B33-454C-A74E-C16A01C8D859}"/>
              </a:ext>
            </a:extLst>
          </p:cNvPr>
          <p:cNvSpPr>
            <a:spLocks xmlns:a="http://schemas.openxmlformats.org/drawingml/2006/main" noGrp="1"/>
          </p:cNvSpPr>
          <p:nvPr/>
        </p:nvSpPr>
        <p:spPr>
          <a:xfrm xmlns:a="http://schemas.openxmlformats.org/drawingml/2006/main">
            <a:off x="304800" y="114300"/>
            <a:ext cx="247650" cy="257175"/>
          </a:xfrm>
          <a:prstGeom xmlns:a="http://schemas.openxmlformats.org/drawingml/2006/main" prst="roundRect">
            <a:avLst>
              <a:gd name="adj" fmla="val 30769"/>
            </a:avLst>
          </a:prstGeom>
          <a:solidFill xmlns:a="http://schemas.openxmlformats.org/drawingml/2006/main">
            <a:srgbClr val="D95C3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79A54D7-235A-468C-832C-287DC303C569}"/>
              </a:ext>
            </a:extLst>
          </p:cNvPr>
          <p:cNvSpPr>
            <a:spLocks xmlns:a="http://schemas.openxmlformats.org/drawingml/2006/main" noGrp="1"/>
          </p:cNvSpPr>
          <p:nvPr/>
        </p:nvSpPr>
        <p:spPr>
          <a:xfrm xmlns:a="http://schemas.openxmlformats.org/drawingml/2006/main">
            <a:off x="304800" y="104775"/>
            <a:ext cx="247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1">
                <a:solidFill>
                  <a:srgbClr val="FFFFFF"/>
                </a:solidFill>
              </a:defRPr>
            </a:defPPr>
            <a:lvl1pPr algn="ctr">
              <a:buNone/>
              <a:defRPr sz="1275" b="1">
                <a:solidFill>
                  <a:srgbClr val="FFFFFF"/>
                </a:solidFill>
              </a:defRPr>
            </a:lvl1pPr>
            <a:lvl2pPr algn="ctr">
              <a:buNone/>
              <a:defRPr sz="1275" b="1">
                <a:solidFill>
                  <a:srgbClr val="FFFFFF"/>
                </a:solidFill>
              </a:defRPr>
            </a:lvl2pPr>
            <a:lvl3pPr algn="ctr">
              <a:buNone/>
              <a:defRPr sz="1275" b="1">
                <a:solidFill>
                  <a:srgbClr val="FFFFFF"/>
                </a:solidFill>
              </a:defRPr>
            </a:lvl3pPr>
            <a:lvl4pPr algn="ctr">
              <a:buNone/>
              <a:defRPr sz="1275" b="1">
                <a:solidFill>
                  <a:srgbClr val="FFFFFF"/>
                </a:solidFill>
              </a:defRPr>
            </a:lvl4pPr>
            <a:lvl5pPr algn="ctr">
              <a:buNone/>
              <a:defRPr sz="1275" b="1">
                <a:solidFill>
                  <a:srgbClr val="FFFFFF"/>
                </a:solidFill>
              </a:defRPr>
            </a:lvl5pPr>
            <a:lvl6pPr algn="ctr">
              <a:buNone/>
              <a:defRPr sz="1275" b="1">
                <a:solidFill>
                  <a:srgbClr val="FFFFFF"/>
                </a:solidFill>
              </a:defRPr>
            </a:lvl6pPr>
            <a:lvl7pPr algn="ctr">
              <a:buNone/>
              <a:defRPr sz="1275" b="1">
                <a:solidFill>
                  <a:srgbClr val="FFFFFF"/>
                </a:solidFill>
              </a:defRPr>
            </a:lvl7pPr>
            <a:lvl8pPr algn="ctr">
              <a:buNone/>
              <a:defRPr sz="1275" b="1">
                <a:solidFill>
                  <a:srgbClr val="FFFFFF"/>
                </a:solidFill>
              </a:defRPr>
            </a:lvl8pPr>
            <a:lvl9pPr algn="ctr">
              <a:buNone/>
              <a:defRPr sz="1275" b="1">
                <a:solidFill>
                  <a:srgbClr val="FFFFFF"/>
                </a:solidFill>
              </a:defRPr>
            </a:lvl9pPr>
          </a:lstStyle>
          <a:p xmlns:a="http://schemas.openxmlformats.org/drawingml/2006/main">
            <a:pPr algn="ctr">
              <a:buNone/>
              <a:defRPr sz="1275" b="1">
                <a:solidFill>
                  <a:srgbClr val="FFFFFF"/>
                </a:solidFill>
              </a:defRPr>
            </a:pPr>
            <a:r>
              <a:rPr sz="1275" b="1">
                <a:solidFill>
                  <a:srgbClr val="FFFFFF"/>
                </a:solidFill>
              </a:rPr>
              <a:t>F</a:t>
            </a:r>
          </a:p>
        </p:txBody>
      </p:sp>
      <p:sp>
        <p:nvSpPr>
          <p:cNvPr id="4" name="">
            <a:extLst xmlns:a="http://schemas.openxmlformats.org/drawingml/2006/main">
              <a:ext uri="{FF2B5EF4-FFF2-40B4-BE49-F238E27FC236}">
                <a16:creationId xmlns:a16="http://schemas.microsoft.com/office/drawing/2014/main" id="{32957F50-CBA9-4FE1-BFFC-7698BA9DF8FA}"/>
              </a:ext>
            </a:extLst>
          </p:cNvPr>
          <p:cNvSpPr>
            <a:spLocks xmlns:a="http://schemas.openxmlformats.org/drawingml/2006/main" noGrp="1"/>
          </p:cNvSpPr>
          <p:nvPr/>
        </p:nvSpPr>
        <p:spPr>
          <a:xfrm xmlns:a="http://schemas.openxmlformats.org/drawingml/2006/main">
            <a:off x="676275" y="95250"/>
            <a:ext cx="1714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FFFFFF"/>
                </a:solidFill>
              </a:defRPr>
            </a:defPPr>
            <a:lvl1pPr algn="l">
              <a:buNone/>
              <a:defRPr sz="1425" b="1">
                <a:solidFill>
                  <a:srgbClr val="FFFFFF"/>
                </a:solidFill>
              </a:defRPr>
            </a:lvl1pPr>
            <a:lvl2pPr algn="l">
              <a:buNone/>
              <a:defRPr sz="1425" b="1">
                <a:solidFill>
                  <a:srgbClr val="FFFFFF"/>
                </a:solidFill>
              </a:defRPr>
            </a:lvl2pPr>
            <a:lvl3pPr algn="l">
              <a:buNone/>
              <a:defRPr sz="1425" b="1">
                <a:solidFill>
                  <a:srgbClr val="FFFFFF"/>
                </a:solidFill>
              </a:defRPr>
            </a:lvl3pPr>
            <a:lvl4pPr algn="l">
              <a:buNone/>
              <a:defRPr sz="1425" b="1">
                <a:solidFill>
                  <a:srgbClr val="FFFFFF"/>
                </a:solidFill>
              </a:defRPr>
            </a:lvl4pPr>
            <a:lvl5pPr algn="l">
              <a:buNone/>
              <a:defRPr sz="1425" b="1">
                <a:solidFill>
                  <a:srgbClr val="FFFFFF"/>
                </a:solidFill>
              </a:defRPr>
            </a:lvl5pPr>
            <a:lvl6pPr algn="l">
              <a:buNone/>
              <a:defRPr sz="1425" b="1">
                <a:solidFill>
                  <a:srgbClr val="FFFFFF"/>
                </a:solidFill>
              </a:defRPr>
            </a:lvl6pPr>
            <a:lvl7pPr algn="l">
              <a:buNone/>
              <a:defRPr sz="1425" b="1">
                <a:solidFill>
                  <a:srgbClr val="FFFFFF"/>
                </a:solidFill>
              </a:defRPr>
            </a:lvl7pPr>
            <a:lvl8pPr algn="l">
              <a:buNone/>
              <a:defRPr sz="1425" b="1">
                <a:solidFill>
                  <a:srgbClr val="FFFFFF"/>
                </a:solidFill>
              </a:defRPr>
            </a:lvl8pPr>
            <a:lvl9pPr algn="l">
              <a:buNone/>
              <a:defRPr sz="1425" b="1">
                <a:solidFill>
                  <a:srgbClr val="FFFFFF"/>
                </a:solidFill>
              </a:defRPr>
            </a:lvl9pPr>
          </a:lstStyle>
          <a:p xmlns:a="http://schemas.openxmlformats.org/drawingml/2006/main">
            <a:pPr algn="l">
              <a:buNone/>
              <a:defRPr sz="1425" b="1">
                <a:solidFill>
                  <a:srgbClr val="FFFFFF"/>
                </a:solidFill>
              </a:defRPr>
            </a:pPr>
            <a:r>
              <a:rPr sz="1425" b="1">
                <a:solidFill>
                  <a:srgbClr val="FFFFFF"/>
                </a:solidFill>
              </a:rPr>
              <a:t>ForgeFlow</a:t>
            </a:r>
          </a:p>
        </p:txBody>
      </p:sp>
      <p:sp>
        <p:nvSpPr>
          <p:cNvPr id="5" name="">
            <a:extLst xmlns:a="http://schemas.openxmlformats.org/drawingml/2006/main">
              <a:ext uri="{FF2B5EF4-FFF2-40B4-BE49-F238E27FC236}">
                <a16:creationId xmlns:a16="http://schemas.microsoft.com/office/drawing/2014/main" id="{B62FAB12-8407-497A-8578-EF30CF4F6120}"/>
              </a:ext>
            </a:extLst>
          </p:cNvPr>
          <p:cNvSpPr>
            <a:spLocks xmlns:a="http://schemas.openxmlformats.org/drawingml/2006/main" noGrp="1"/>
          </p:cNvSpPr>
          <p:nvPr/>
        </p:nvSpPr>
        <p:spPr>
          <a:xfrm xmlns:a="http://schemas.openxmlformats.org/drawingml/2006/main">
            <a:off x="8953500" y="104775"/>
            <a:ext cx="2714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DFE5DF"/>
                </a:solidFill>
              </a:defRPr>
            </a:defPPr>
            <a:lvl1pPr algn="r">
              <a:buNone/>
              <a:defRPr sz="975" b="1">
                <a:solidFill>
                  <a:srgbClr val="DFE5DF"/>
                </a:solidFill>
              </a:defRPr>
            </a:lvl1pPr>
            <a:lvl2pPr algn="r">
              <a:buNone/>
              <a:defRPr sz="975" b="1">
                <a:solidFill>
                  <a:srgbClr val="DFE5DF"/>
                </a:solidFill>
              </a:defRPr>
            </a:lvl2pPr>
            <a:lvl3pPr algn="r">
              <a:buNone/>
              <a:defRPr sz="975" b="1">
                <a:solidFill>
                  <a:srgbClr val="DFE5DF"/>
                </a:solidFill>
              </a:defRPr>
            </a:lvl3pPr>
            <a:lvl4pPr algn="r">
              <a:buNone/>
              <a:defRPr sz="975" b="1">
                <a:solidFill>
                  <a:srgbClr val="DFE5DF"/>
                </a:solidFill>
              </a:defRPr>
            </a:lvl4pPr>
            <a:lvl5pPr algn="r">
              <a:buNone/>
              <a:defRPr sz="975" b="1">
                <a:solidFill>
                  <a:srgbClr val="DFE5DF"/>
                </a:solidFill>
              </a:defRPr>
            </a:lvl5pPr>
            <a:lvl6pPr algn="r">
              <a:buNone/>
              <a:defRPr sz="975" b="1">
                <a:solidFill>
                  <a:srgbClr val="DFE5DF"/>
                </a:solidFill>
              </a:defRPr>
            </a:lvl6pPr>
            <a:lvl7pPr algn="r">
              <a:buNone/>
              <a:defRPr sz="975" b="1">
                <a:solidFill>
                  <a:srgbClr val="DFE5DF"/>
                </a:solidFill>
              </a:defRPr>
            </a:lvl7pPr>
            <a:lvl8pPr algn="r">
              <a:buNone/>
              <a:defRPr sz="975" b="1">
                <a:solidFill>
                  <a:srgbClr val="DFE5DF"/>
                </a:solidFill>
              </a:defRPr>
            </a:lvl8pPr>
            <a:lvl9pPr algn="r">
              <a:buNone/>
              <a:defRPr sz="975" b="1">
                <a:solidFill>
                  <a:srgbClr val="DFE5DF"/>
                </a:solidFill>
              </a:defRPr>
            </a:lvl9pPr>
          </a:lstStyle>
          <a:p xmlns:a="http://schemas.openxmlformats.org/drawingml/2006/main">
            <a:pPr algn="r">
              <a:buNone/>
              <a:defRPr sz="975" b="1">
                <a:solidFill>
                  <a:srgbClr val="DFE5DF"/>
                </a:solidFill>
              </a:defRPr>
            </a:pPr>
            <a:r>
              <a:rPr sz="975" b="1">
                <a:solidFill>
                  <a:srgbClr val="DFE5DF"/>
                </a:solidFill>
              </a:rPr>
              <a:t>SDC HACKATHON 2026</a:t>
            </a:r>
          </a:p>
        </p:txBody>
      </p:sp>
      <p:sp>
        <p:nvSpPr>
          <p:cNvPr id="6" name="">
            <a:extLst xmlns:a="http://schemas.openxmlformats.org/drawingml/2006/main">
              <a:ext uri="{FF2B5EF4-FFF2-40B4-BE49-F238E27FC236}">
                <a16:creationId xmlns:a16="http://schemas.microsoft.com/office/drawing/2014/main" id="{73FD3876-7552-4448-903E-35D39E82A0C1}"/>
              </a:ext>
            </a:extLst>
          </p:cNvPr>
          <p:cNvSpPr>
            <a:spLocks xmlns:a="http://schemas.openxmlformats.org/drawingml/2006/main" noGrp="1"/>
          </p:cNvSpPr>
          <p:nvPr/>
        </p:nvSpPr>
        <p:spPr>
          <a:xfrm xmlns:a="http://schemas.openxmlformats.org/drawingml/2006/main">
            <a:off x="666750" y="7048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D95C3D"/>
                </a:solidFill>
              </a:defRPr>
            </a:defPPr>
            <a:lvl1pPr algn="l">
              <a:buNone/>
              <a:defRPr sz="975" b="1">
                <a:solidFill>
                  <a:srgbClr val="D95C3D"/>
                </a:solidFill>
              </a:defRPr>
            </a:lvl1pPr>
            <a:lvl2pPr algn="l">
              <a:buNone/>
              <a:defRPr sz="975" b="1">
                <a:solidFill>
                  <a:srgbClr val="D95C3D"/>
                </a:solidFill>
              </a:defRPr>
            </a:lvl2pPr>
            <a:lvl3pPr algn="l">
              <a:buNone/>
              <a:defRPr sz="975" b="1">
                <a:solidFill>
                  <a:srgbClr val="D95C3D"/>
                </a:solidFill>
              </a:defRPr>
            </a:lvl3pPr>
            <a:lvl4pPr algn="l">
              <a:buNone/>
              <a:defRPr sz="975" b="1">
                <a:solidFill>
                  <a:srgbClr val="D95C3D"/>
                </a:solidFill>
              </a:defRPr>
            </a:lvl4pPr>
            <a:lvl5pPr algn="l">
              <a:buNone/>
              <a:defRPr sz="975" b="1">
                <a:solidFill>
                  <a:srgbClr val="D95C3D"/>
                </a:solidFill>
              </a:defRPr>
            </a:lvl5pPr>
            <a:lvl6pPr algn="l">
              <a:buNone/>
              <a:defRPr sz="975" b="1">
                <a:solidFill>
                  <a:srgbClr val="D95C3D"/>
                </a:solidFill>
              </a:defRPr>
            </a:lvl6pPr>
            <a:lvl7pPr algn="l">
              <a:buNone/>
              <a:defRPr sz="975" b="1">
                <a:solidFill>
                  <a:srgbClr val="D95C3D"/>
                </a:solidFill>
              </a:defRPr>
            </a:lvl7pPr>
            <a:lvl8pPr algn="l">
              <a:buNone/>
              <a:defRPr sz="975" b="1">
                <a:solidFill>
                  <a:srgbClr val="D95C3D"/>
                </a:solidFill>
              </a:defRPr>
            </a:lvl8pPr>
            <a:lvl9pPr algn="l">
              <a:buNone/>
              <a:defRPr sz="975" b="1">
                <a:solidFill>
                  <a:srgbClr val="D95C3D"/>
                </a:solidFill>
              </a:defRPr>
            </a:lvl9pPr>
          </a:lstStyle>
          <a:p xmlns:a="http://schemas.openxmlformats.org/drawingml/2006/main">
            <a:pPr algn="l">
              <a:buNone/>
              <a:defRPr sz="975" b="1">
                <a:solidFill>
                  <a:srgbClr val="D95C3D"/>
                </a:solidFill>
              </a:defRPr>
            </a:pPr>
            <a:r>
              <a:rPr sz="975" b="1">
                <a:solidFill>
                  <a:srgbClr val="D95C3D"/>
                </a:solidFill>
              </a:rPr>
              <a:t>07 · ORBYTE AND REUSE</a:t>
            </a:r>
          </a:p>
        </p:txBody>
      </p:sp>
      <p:sp>
        <p:nvSpPr>
          <p:cNvPr id="7" name="">
            <a:extLst xmlns:a="http://schemas.openxmlformats.org/drawingml/2006/main">
              <a:ext uri="{FF2B5EF4-FFF2-40B4-BE49-F238E27FC236}">
                <a16:creationId xmlns:a16="http://schemas.microsoft.com/office/drawing/2014/main" id="{F6C2F18B-7F78-4D1E-8CB6-B8C1BC41077C}"/>
              </a:ext>
            </a:extLst>
          </p:cNvPr>
          <p:cNvSpPr>
            <a:spLocks xmlns:a="http://schemas.openxmlformats.org/drawingml/2006/main" noGrp="1"/>
          </p:cNvSpPr>
          <p:nvPr/>
        </p:nvSpPr>
        <p:spPr>
          <a:xfrm xmlns:a="http://schemas.openxmlformats.org/drawingml/2006/main">
            <a:off x="647700" y="1000125"/>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17211F"/>
                </a:solidFill>
              </a:defRPr>
            </a:defPPr>
            <a:lvl1pPr algn="l">
              <a:buNone/>
              <a:defRPr sz="2550" b="1">
                <a:solidFill>
                  <a:srgbClr val="17211F"/>
                </a:solidFill>
              </a:defRPr>
            </a:lvl1pPr>
            <a:lvl2pPr algn="l">
              <a:buNone/>
              <a:defRPr sz="2550" b="1">
                <a:solidFill>
                  <a:srgbClr val="17211F"/>
                </a:solidFill>
              </a:defRPr>
            </a:lvl2pPr>
            <a:lvl3pPr algn="l">
              <a:buNone/>
              <a:defRPr sz="2550" b="1">
                <a:solidFill>
                  <a:srgbClr val="17211F"/>
                </a:solidFill>
              </a:defRPr>
            </a:lvl3pPr>
            <a:lvl4pPr algn="l">
              <a:buNone/>
              <a:defRPr sz="2550" b="1">
                <a:solidFill>
                  <a:srgbClr val="17211F"/>
                </a:solidFill>
              </a:defRPr>
            </a:lvl4pPr>
            <a:lvl5pPr algn="l">
              <a:buNone/>
              <a:defRPr sz="2550" b="1">
                <a:solidFill>
                  <a:srgbClr val="17211F"/>
                </a:solidFill>
              </a:defRPr>
            </a:lvl5pPr>
            <a:lvl6pPr algn="l">
              <a:buNone/>
              <a:defRPr sz="2550" b="1">
                <a:solidFill>
                  <a:srgbClr val="17211F"/>
                </a:solidFill>
              </a:defRPr>
            </a:lvl6pPr>
            <a:lvl7pPr algn="l">
              <a:buNone/>
              <a:defRPr sz="2550" b="1">
                <a:solidFill>
                  <a:srgbClr val="17211F"/>
                </a:solidFill>
              </a:defRPr>
            </a:lvl7pPr>
            <a:lvl8pPr algn="l">
              <a:buNone/>
              <a:defRPr sz="2550" b="1">
                <a:solidFill>
                  <a:srgbClr val="17211F"/>
                </a:solidFill>
              </a:defRPr>
            </a:lvl8pPr>
            <a:lvl9pPr algn="l">
              <a:buNone/>
              <a:defRPr sz="2550" b="1">
                <a:solidFill>
                  <a:srgbClr val="17211F"/>
                </a:solidFill>
              </a:defRPr>
            </a:lvl9pPr>
          </a:lstStyle>
          <a:p xmlns:a="http://schemas.openxmlformats.org/drawingml/2006/main">
            <a:pPr algn="l">
              <a:buNone/>
              <a:defRPr sz="2550" b="1">
                <a:solidFill>
                  <a:srgbClr val="17211F"/>
                </a:solidFill>
              </a:defRPr>
            </a:pPr>
            <a:r>
              <a:rPr sz="2550" b="1">
                <a:solidFill>
                  <a:srgbClr val="17211F"/>
                </a:solidFill>
              </a:rPr>
              <a:t>Share the business capability. Keep each company’s data and rules separate.</a:t>
            </a:r>
          </a:p>
        </p:txBody>
      </p:sp>
      <p:sp>
        <p:nvSpPr>
          <p:cNvPr id="8" name="">
            <a:extLst xmlns:a="http://schemas.openxmlformats.org/drawingml/2006/main">
              <a:ext uri="{FF2B5EF4-FFF2-40B4-BE49-F238E27FC236}">
                <a16:creationId xmlns:a16="http://schemas.microsoft.com/office/drawing/2014/main" id="{042F551A-3C9D-42C0-BE04-C52053120181}"/>
              </a:ext>
            </a:extLst>
          </p:cNvPr>
          <p:cNvSpPr>
            <a:spLocks xmlns:a="http://schemas.openxmlformats.org/drawingml/2006/main" noGrp="1"/>
          </p:cNvSpPr>
          <p:nvPr/>
        </p:nvSpPr>
        <p:spPr>
          <a:xfrm xmlns:a="http://schemas.openxmlformats.org/drawingml/2006/main">
            <a:off x="666750" y="1562100"/>
            <a:ext cx="10715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96560"/>
                </a:solidFill>
              </a:defRPr>
            </a:defPPr>
            <a:lvl1pPr algn="l">
              <a:buNone/>
              <a:defRPr sz="1275" b="0">
                <a:solidFill>
                  <a:srgbClr val="596560"/>
                </a:solidFill>
              </a:defRPr>
            </a:lvl1pPr>
            <a:lvl2pPr algn="l">
              <a:buNone/>
              <a:defRPr sz="1275" b="0">
                <a:solidFill>
                  <a:srgbClr val="596560"/>
                </a:solidFill>
              </a:defRPr>
            </a:lvl2pPr>
            <a:lvl3pPr algn="l">
              <a:buNone/>
              <a:defRPr sz="1275" b="0">
                <a:solidFill>
                  <a:srgbClr val="596560"/>
                </a:solidFill>
              </a:defRPr>
            </a:lvl3pPr>
            <a:lvl4pPr algn="l">
              <a:buNone/>
              <a:defRPr sz="1275" b="0">
                <a:solidFill>
                  <a:srgbClr val="596560"/>
                </a:solidFill>
              </a:defRPr>
            </a:lvl4pPr>
            <a:lvl5pPr algn="l">
              <a:buNone/>
              <a:defRPr sz="1275" b="0">
                <a:solidFill>
                  <a:srgbClr val="596560"/>
                </a:solidFill>
              </a:defRPr>
            </a:lvl5pPr>
            <a:lvl6pPr algn="l">
              <a:buNone/>
              <a:defRPr sz="1275" b="0">
                <a:solidFill>
                  <a:srgbClr val="596560"/>
                </a:solidFill>
              </a:defRPr>
            </a:lvl6pPr>
            <a:lvl7pPr algn="l">
              <a:buNone/>
              <a:defRPr sz="1275" b="0">
                <a:solidFill>
                  <a:srgbClr val="596560"/>
                </a:solidFill>
              </a:defRPr>
            </a:lvl7pPr>
            <a:lvl8pPr algn="l">
              <a:buNone/>
              <a:defRPr sz="1275" b="0">
                <a:solidFill>
                  <a:srgbClr val="596560"/>
                </a:solidFill>
              </a:defRPr>
            </a:lvl8pPr>
            <a:lvl9pPr algn="l">
              <a:buNone/>
              <a:defRPr sz="1275" b="0">
                <a:solidFill>
                  <a:srgbClr val="596560"/>
                </a:solidFill>
              </a:defRPr>
            </a:lvl9pPr>
          </a:lstStyle>
          <a:p xmlns:a="http://schemas.openxmlformats.org/drawingml/2006/main">
            <a:pPr algn="l">
              <a:buNone/>
              <a:defRPr sz="1275" b="0">
                <a:solidFill>
                  <a:srgbClr val="596560"/>
                </a:solidFill>
              </a:defRPr>
            </a:pPr>
            <a:r>
              <a:rPr sz="1275" b="0">
                <a:solidFill>
                  <a:srgbClr val="596560"/>
                </a:solidFill>
              </a:rPr>
              <a:t>This is a proposed integration approach; the current ForgeFlow prototype does not demonstrate an Orbyte connection.</a:t>
            </a:r>
          </a:p>
        </p:txBody>
      </p:sp>
      <p:sp>
        <p:nvSpPr>
          <p:cNvPr id="9" name="">
            <a:extLst xmlns:a="http://schemas.openxmlformats.org/drawingml/2006/main">
              <a:ext uri="{FF2B5EF4-FFF2-40B4-BE49-F238E27FC236}">
                <a16:creationId xmlns:a16="http://schemas.microsoft.com/office/drawing/2014/main" id="{38470D3C-C42E-47AD-A50B-FD7654376156}"/>
              </a:ext>
            </a:extLst>
          </p:cNvPr>
          <p:cNvSpPr>
            <a:spLocks xmlns:a="http://schemas.openxmlformats.org/drawingml/2006/main" noGrp="1"/>
          </p:cNvSpPr>
          <p:nvPr/>
        </p:nvSpPr>
        <p:spPr>
          <a:xfrm xmlns:a="http://schemas.openxmlformats.org/drawingml/2006/main">
            <a:off x="666750" y="6477000"/>
            <a:ext cx="10858500" cy="9525"/>
          </a:xfrm>
          <a:prstGeom xmlns:a="http://schemas.openxmlformats.org/drawingml/2006/main" prst="rect">
            <a:avLst/>
          </a:prstGeom>
          <a:solidFill xmlns:a="http://schemas.openxmlformats.org/drawingml/2006/main">
            <a:srgbClr val="D8D3C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F2560BF-CBC8-4F60-8CE3-E06B506A7A76}"/>
              </a:ext>
            </a:extLst>
          </p:cNvPr>
          <p:cNvSpPr>
            <a:spLocks xmlns:a="http://schemas.openxmlformats.org/drawingml/2006/main" noGrp="1"/>
          </p:cNvSpPr>
          <p:nvPr/>
        </p:nvSpPr>
        <p:spPr>
          <a:xfrm xmlns:a="http://schemas.openxmlformats.org/drawingml/2006/main">
            <a:off x="666750" y="651510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96560"/>
                </a:solidFill>
              </a:defRPr>
            </a:defPPr>
            <a:lvl1pPr algn="l">
              <a:buNone/>
              <a:defRPr sz="1125" b="1">
                <a:solidFill>
                  <a:srgbClr val="596560"/>
                </a:solidFill>
              </a:defRPr>
            </a:lvl1pPr>
            <a:lvl2pPr algn="l">
              <a:buNone/>
              <a:defRPr sz="1125" b="1">
                <a:solidFill>
                  <a:srgbClr val="596560"/>
                </a:solidFill>
              </a:defRPr>
            </a:lvl2pPr>
            <a:lvl3pPr algn="l">
              <a:buNone/>
              <a:defRPr sz="1125" b="1">
                <a:solidFill>
                  <a:srgbClr val="596560"/>
                </a:solidFill>
              </a:defRPr>
            </a:lvl3pPr>
            <a:lvl4pPr algn="l">
              <a:buNone/>
              <a:defRPr sz="1125" b="1">
                <a:solidFill>
                  <a:srgbClr val="596560"/>
                </a:solidFill>
              </a:defRPr>
            </a:lvl4pPr>
            <a:lvl5pPr algn="l">
              <a:buNone/>
              <a:defRPr sz="1125" b="1">
                <a:solidFill>
                  <a:srgbClr val="596560"/>
                </a:solidFill>
              </a:defRPr>
            </a:lvl5pPr>
            <a:lvl6pPr algn="l">
              <a:buNone/>
              <a:defRPr sz="1125" b="1">
                <a:solidFill>
                  <a:srgbClr val="596560"/>
                </a:solidFill>
              </a:defRPr>
            </a:lvl6pPr>
            <a:lvl7pPr algn="l">
              <a:buNone/>
              <a:defRPr sz="1125" b="1">
                <a:solidFill>
                  <a:srgbClr val="596560"/>
                </a:solidFill>
              </a:defRPr>
            </a:lvl7pPr>
            <a:lvl8pPr algn="l">
              <a:buNone/>
              <a:defRPr sz="1125" b="1">
                <a:solidFill>
                  <a:srgbClr val="596560"/>
                </a:solidFill>
              </a:defRPr>
            </a:lvl8pPr>
            <a:lvl9pPr algn="l">
              <a:buNone/>
              <a:defRPr sz="1125" b="1">
                <a:solidFill>
                  <a:srgbClr val="596560"/>
                </a:solidFill>
              </a:defRPr>
            </a:lvl9pPr>
          </a:lstStyle>
          <a:p xmlns:a="http://schemas.openxmlformats.org/drawingml/2006/main">
            <a:pPr algn="l">
              <a:buNone/>
              <a:defRPr sz="1125" b="1">
                <a:solidFill>
                  <a:srgbClr val="596560"/>
                </a:solidFill>
              </a:defRPr>
            </a:pPr>
            <a:r>
              <a:rPr sz="1125" b="1">
                <a:solidFill>
                  <a:srgbClr val="596560"/>
                </a:solidFill>
              </a:rPr>
              <a:t>Team: Debug The World</a:t>
            </a:r>
          </a:p>
        </p:txBody>
      </p:sp>
      <p:sp>
        <p:nvSpPr>
          <p:cNvPr id="11" name="">
            <a:extLst xmlns:a="http://schemas.openxmlformats.org/drawingml/2006/main">
              <a:ext uri="{FF2B5EF4-FFF2-40B4-BE49-F238E27FC236}">
                <a16:creationId xmlns:a16="http://schemas.microsoft.com/office/drawing/2014/main" id="{F65030A7-A3A9-4DA3-B328-E7990C251950}"/>
              </a:ext>
            </a:extLst>
          </p:cNvPr>
          <p:cNvSpPr>
            <a:spLocks xmlns:a="http://schemas.openxmlformats.org/drawingml/2006/main" noGrp="1"/>
          </p:cNvSpPr>
          <p:nvPr/>
        </p:nvSpPr>
        <p:spPr>
          <a:xfrm xmlns:a="http://schemas.openxmlformats.org/drawingml/2006/main">
            <a:off x="11163300" y="6543675"/>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1">
                <a:solidFill>
                  <a:srgbClr val="596560"/>
                </a:solidFill>
              </a:defRPr>
            </a:defPPr>
            <a:lvl1pPr algn="r">
              <a:buNone/>
              <a:defRPr sz="900" b="1">
                <a:solidFill>
                  <a:srgbClr val="596560"/>
                </a:solidFill>
              </a:defRPr>
            </a:lvl1pPr>
            <a:lvl2pPr algn="r">
              <a:buNone/>
              <a:defRPr sz="900" b="1">
                <a:solidFill>
                  <a:srgbClr val="596560"/>
                </a:solidFill>
              </a:defRPr>
            </a:lvl2pPr>
            <a:lvl3pPr algn="r">
              <a:buNone/>
              <a:defRPr sz="900" b="1">
                <a:solidFill>
                  <a:srgbClr val="596560"/>
                </a:solidFill>
              </a:defRPr>
            </a:lvl3pPr>
            <a:lvl4pPr algn="r">
              <a:buNone/>
              <a:defRPr sz="900" b="1">
                <a:solidFill>
                  <a:srgbClr val="596560"/>
                </a:solidFill>
              </a:defRPr>
            </a:lvl4pPr>
            <a:lvl5pPr algn="r">
              <a:buNone/>
              <a:defRPr sz="900" b="1">
                <a:solidFill>
                  <a:srgbClr val="596560"/>
                </a:solidFill>
              </a:defRPr>
            </a:lvl5pPr>
            <a:lvl6pPr algn="r">
              <a:buNone/>
              <a:defRPr sz="900" b="1">
                <a:solidFill>
                  <a:srgbClr val="596560"/>
                </a:solidFill>
              </a:defRPr>
            </a:lvl6pPr>
            <a:lvl7pPr algn="r">
              <a:buNone/>
              <a:defRPr sz="900" b="1">
                <a:solidFill>
                  <a:srgbClr val="596560"/>
                </a:solidFill>
              </a:defRPr>
            </a:lvl7pPr>
            <a:lvl8pPr algn="r">
              <a:buNone/>
              <a:defRPr sz="900" b="1">
                <a:solidFill>
                  <a:srgbClr val="596560"/>
                </a:solidFill>
              </a:defRPr>
            </a:lvl8pPr>
            <a:lvl9pPr algn="r">
              <a:buNone/>
              <a:defRPr sz="900" b="1">
                <a:solidFill>
                  <a:srgbClr val="596560"/>
                </a:solidFill>
              </a:defRPr>
            </a:lvl9pPr>
          </a:lstStyle>
          <a:p xmlns:a="http://schemas.openxmlformats.org/drawingml/2006/main">
            <a:pPr algn="r">
              <a:buNone/>
              <a:defRPr sz="900" b="1">
                <a:solidFill>
                  <a:srgbClr val="596560"/>
                </a:solidFill>
              </a:defRPr>
            </a:pPr>
            <a:r>
              <a:rPr sz="900" b="1">
                <a:solidFill>
                  <a:srgbClr val="596560"/>
                </a:solidFill>
              </a:rPr>
              <a:t>09</a:t>
            </a:r>
          </a:p>
        </p:txBody>
      </p:sp>
      <p:sp>
        <p:nvSpPr>
          <p:cNvPr id="12" name="">
            <a:extLst xmlns:a="http://schemas.openxmlformats.org/drawingml/2006/main">
              <a:ext uri="{FF2B5EF4-FFF2-40B4-BE49-F238E27FC236}">
                <a16:creationId xmlns:a16="http://schemas.microsoft.com/office/drawing/2014/main" id="{9987E8F7-AA55-4132-A20B-8EB16FEA5801}"/>
              </a:ext>
            </a:extLst>
          </p:cNvPr>
          <p:cNvSpPr>
            <a:spLocks xmlns:a="http://schemas.openxmlformats.org/drawingml/2006/main" noGrp="1"/>
          </p:cNvSpPr>
          <p:nvPr/>
        </p:nvSpPr>
        <p:spPr>
          <a:xfrm xmlns:a="http://schemas.openxmlformats.org/drawingml/2006/main">
            <a:off x="723900" y="2428875"/>
            <a:ext cx="3238500" cy="2095500"/>
          </a:xfrm>
          <a:prstGeom xmlns:a="http://schemas.openxmlformats.org/drawingml/2006/main" prst="rect">
            <a:avLst/>
          </a:prstGeom>
          <a:solidFill xmlns:a="http://schemas.openxmlformats.org/drawingml/2006/main">
            <a:srgbClr val="FBFAF7"/>
          </a:solidFill>
          <a:ln xmlns:a="http://schemas.openxmlformats.org/drawingml/2006/main" w="9525">
            <a:solidFill>
              <a:srgbClr val="D8D3CA"/>
            </a:solidFill>
            <a:prstDash val="solid"/>
          </a:ln>
        </p:spPr>
      </p:sp>
      <p:sp>
        <p:nvSpPr>
          <p:cNvPr id="13" name="">
            <a:extLst xmlns:a="http://schemas.openxmlformats.org/drawingml/2006/main">
              <a:ext uri="{FF2B5EF4-FFF2-40B4-BE49-F238E27FC236}">
                <a16:creationId xmlns:a16="http://schemas.microsoft.com/office/drawing/2014/main" id="{1AFE54D7-FFB0-4D9D-90EA-71E2EB4FC195}"/>
              </a:ext>
            </a:extLst>
          </p:cNvPr>
          <p:cNvSpPr>
            <a:spLocks xmlns:a="http://schemas.openxmlformats.org/drawingml/2006/main" noGrp="1"/>
          </p:cNvSpPr>
          <p:nvPr/>
        </p:nvSpPr>
        <p:spPr>
          <a:xfrm xmlns:a="http://schemas.openxmlformats.org/drawingml/2006/main">
            <a:off x="914400" y="26289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D95C3D"/>
                </a:solidFill>
              </a:defRPr>
            </a:defPPr>
            <a:lvl1pPr algn="l">
              <a:buNone/>
              <a:defRPr sz="1425" b="1">
                <a:solidFill>
                  <a:srgbClr val="D95C3D"/>
                </a:solidFill>
              </a:defRPr>
            </a:lvl1pPr>
            <a:lvl2pPr algn="l">
              <a:buNone/>
              <a:defRPr sz="1425" b="1">
                <a:solidFill>
                  <a:srgbClr val="D95C3D"/>
                </a:solidFill>
              </a:defRPr>
            </a:lvl2pPr>
            <a:lvl3pPr algn="l">
              <a:buNone/>
              <a:defRPr sz="1425" b="1">
                <a:solidFill>
                  <a:srgbClr val="D95C3D"/>
                </a:solidFill>
              </a:defRPr>
            </a:lvl3pPr>
            <a:lvl4pPr algn="l">
              <a:buNone/>
              <a:defRPr sz="1425" b="1">
                <a:solidFill>
                  <a:srgbClr val="D95C3D"/>
                </a:solidFill>
              </a:defRPr>
            </a:lvl4pPr>
            <a:lvl5pPr algn="l">
              <a:buNone/>
              <a:defRPr sz="1425" b="1">
                <a:solidFill>
                  <a:srgbClr val="D95C3D"/>
                </a:solidFill>
              </a:defRPr>
            </a:lvl5pPr>
            <a:lvl6pPr algn="l">
              <a:buNone/>
              <a:defRPr sz="1425" b="1">
                <a:solidFill>
                  <a:srgbClr val="D95C3D"/>
                </a:solidFill>
              </a:defRPr>
            </a:lvl6pPr>
            <a:lvl7pPr algn="l">
              <a:buNone/>
              <a:defRPr sz="1425" b="1">
                <a:solidFill>
                  <a:srgbClr val="D95C3D"/>
                </a:solidFill>
              </a:defRPr>
            </a:lvl7pPr>
            <a:lvl8pPr algn="l">
              <a:buNone/>
              <a:defRPr sz="1425" b="1">
                <a:solidFill>
                  <a:srgbClr val="D95C3D"/>
                </a:solidFill>
              </a:defRPr>
            </a:lvl8pPr>
            <a:lvl9pPr algn="l">
              <a:buNone/>
              <a:defRPr sz="1425" b="1">
                <a:solidFill>
                  <a:srgbClr val="D95C3D"/>
                </a:solidFill>
              </a:defRPr>
            </a:lvl9pPr>
          </a:lstStyle>
          <a:p xmlns:a="http://schemas.openxmlformats.org/drawingml/2006/main">
            <a:pPr algn="l">
              <a:buNone/>
              <a:defRPr sz="1425" b="1">
                <a:solidFill>
                  <a:srgbClr val="D95C3D"/>
                </a:solidFill>
              </a:defRPr>
            </a:pPr>
            <a:r>
              <a:rPr sz="1425" b="1">
                <a:solidFill>
                  <a:srgbClr val="D95C3D"/>
                </a:solidFill>
              </a:rPr>
              <a:t>ForgeFlow shared capability</a:t>
            </a:r>
          </a:p>
        </p:txBody>
      </p:sp>
      <p:sp>
        <p:nvSpPr>
          <p:cNvPr id="14" name="">
            <a:extLst xmlns:a="http://schemas.openxmlformats.org/drawingml/2006/main">
              <a:ext uri="{FF2B5EF4-FFF2-40B4-BE49-F238E27FC236}">
                <a16:creationId xmlns:a16="http://schemas.microsoft.com/office/drawing/2014/main" id="{A0640598-DC85-4FFC-8578-BD421E16CE05}"/>
              </a:ext>
            </a:extLst>
          </p:cNvPr>
          <p:cNvSpPr>
            <a:spLocks xmlns:a="http://schemas.openxmlformats.org/drawingml/2006/main" noGrp="1"/>
          </p:cNvSpPr>
          <p:nvPr/>
        </p:nvSpPr>
        <p:spPr>
          <a:xfrm xmlns:a="http://schemas.openxmlformats.org/drawingml/2006/main">
            <a:off x="914400" y="31242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596560"/>
                </a:solidFill>
              </a:defRPr>
            </a:defPPr>
            <a:lvl1pPr algn="l">
              <a:buNone/>
              <a:defRPr sz="1200" b="0">
                <a:solidFill>
                  <a:srgbClr val="596560"/>
                </a:solidFill>
              </a:defRPr>
            </a:lvl1pPr>
            <a:lvl2pPr algn="l">
              <a:buNone/>
              <a:defRPr sz="1200" b="0">
                <a:solidFill>
                  <a:srgbClr val="596560"/>
                </a:solidFill>
              </a:defRPr>
            </a:lvl2pPr>
            <a:lvl3pPr algn="l">
              <a:buNone/>
              <a:defRPr sz="1200" b="0">
                <a:solidFill>
                  <a:srgbClr val="596560"/>
                </a:solidFill>
              </a:defRPr>
            </a:lvl3pPr>
            <a:lvl4pPr algn="l">
              <a:buNone/>
              <a:defRPr sz="1200" b="0">
                <a:solidFill>
                  <a:srgbClr val="596560"/>
                </a:solidFill>
              </a:defRPr>
            </a:lvl4pPr>
            <a:lvl5pPr algn="l">
              <a:buNone/>
              <a:defRPr sz="1200" b="0">
                <a:solidFill>
                  <a:srgbClr val="596560"/>
                </a:solidFill>
              </a:defRPr>
            </a:lvl5pPr>
            <a:lvl6pPr algn="l">
              <a:buNone/>
              <a:defRPr sz="1200" b="0">
                <a:solidFill>
                  <a:srgbClr val="596560"/>
                </a:solidFill>
              </a:defRPr>
            </a:lvl6pPr>
            <a:lvl7pPr algn="l">
              <a:buNone/>
              <a:defRPr sz="1200" b="0">
                <a:solidFill>
                  <a:srgbClr val="596560"/>
                </a:solidFill>
              </a:defRPr>
            </a:lvl7pPr>
            <a:lvl8pPr algn="l">
              <a:buNone/>
              <a:defRPr sz="1200" b="0">
                <a:solidFill>
                  <a:srgbClr val="596560"/>
                </a:solidFill>
              </a:defRPr>
            </a:lvl8pPr>
            <a:lvl9pPr algn="l">
              <a:buNone/>
              <a:defRPr sz="1200" b="0">
                <a:solidFill>
                  <a:srgbClr val="596560"/>
                </a:solidFill>
              </a:defRPr>
            </a:lvl9pPr>
          </a:lstStyle>
          <a:p xmlns:a="http://schemas.openxmlformats.org/drawingml/2006/main">
            <a:pPr algn="l">
              <a:buNone/>
              <a:defRPr sz="1200" b="0">
                <a:solidFill>
                  <a:srgbClr val="596560"/>
                </a:solidFill>
              </a:defRPr>
            </a:pPr>
            <a:r>
              <a:rPr sz="1200" b="0">
                <a:solidFill>
                  <a:srgbClr val="596560"/>
                </a:solidFill>
              </a:rPr>
              <a:t>Order and status model</a:t>
            </a:r>
          </a:p>
          <a:p xmlns:a="http://schemas.openxmlformats.org/drawingml/2006/main">
            <a:pPr algn="l">
              <a:buNone/>
              <a:defRPr sz="1200" b="0">
                <a:solidFill>
                  <a:srgbClr val="596560"/>
                </a:solidFill>
              </a:defRPr>
            </a:pPr>
            <a:r>
              <a:rPr sz="1200" b="0">
                <a:solidFill>
                  <a:srgbClr val="596560"/>
                </a:solidFill>
              </a:rPr>
              <a:t>Batch and quality traceability</a:t>
            </a:r>
          </a:p>
          <a:p xmlns:a="http://schemas.openxmlformats.org/drawingml/2006/main">
            <a:pPr algn="l">
              <a:buNone/>
              <a:defRPr sz="1200" b="0">
                <a:solidFill>
                  <a:srgbClr val="596560"/>
                </a:solidFill>
              </a:defRPr>
            </a:pPr>
            <a:r>
              <a:rPr sz="1200" b="0">
                <a:solidFill>
                  <a:srgbClr val="596560"/>
                </a:solidFill>
              </a:rPr>
              <a:t>Approval and audit events</a:t>
            </a:r>
          </a:p>
        </p:txBody>
      </p:sp>
      <p:sp>
        <p:nvSpPr>
          <p:cNvPr id="15" name="">
            <a:extLst xmlns:a="http://schemas.openxmlformats.org/drawingml/2006/main">
              <a:ext uri="{FF2B5EF4-FFF2-40B4-BE49-F238E27FC236}">
                <a16:creationId xmlns:a16="http://schemas.microsoft.com/office/drawing/2014/main" id="{3F988C68-91BC-40FF-92B7-AECE7930DC7F}"/>
              </a:ext>
            </a:extLst>
          </p:cNvPr>
          <p:cNvSpPr>
            <a:spLocks xmlns:a="http://schemas.openxmlformats.org/drawingml/2006/main" noGrp="1"/>
          </p:cNvSpPr>
          <p:nvPr/>
        </p:nvSpPr>
        <p:spPr>
          <a:xfrm xmlns:a="http://schemas.openxmlformats.org/drawingml/2006/main">
            <a:off x="4019550" y="3238500"/>
            <a:ext cx="361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875" b="1">
                <a:solidFill>
                  <a:srgbClr val="D95C3D"/>
                </a:solidFill>
              </a:defRPr>
            </a:defPPr>
            <a:lvl1pPr algn="ctr">
              <a:buNone/>
              <a:defRPr sz="1875" b="1">
                <a:solidFill>
                  <a:srgbClr val="D95C3D"/>
                </a:solidFill>
              </a:defRPr>
            </a:lvl1pPr>
            <a:lvl2pPr algn="ctr">
              <a:buNone/>
              <a:defRPr sz="1875" b="1">
                <a:solidFill>
                  <a:srgbClr val="D95C3D"/>
                </a:solidFill>
              </a:defRPr>
            </a:lvl2pPr>
            <a:lvl3pPr algn="ctr">
              <a:buNone/>
              <a:defRPr sz="1875" b="1">
                <a:solidFill>
                  <a:srgbClr val="D95C3D"/>
                </a:solidFill>
              </a:defRPr>
            </a:lvl3pPr>
            <a:lvl4pPr algn="ctr">
              <a:buNone/>
              <a:defRPr sz="1875" b="1">
                <a:solidFill>
                  <a:srgbClr val="D95C3D"/>
                </a:solidFill>
              </a:defRPr>
            </a:lvl4pPr>
            <a:lvl5pPr algn="ctr">
              <a:buNone/>
              <a:defRPr sz="1875" b="1">
                <a:solidFill>
                  <a:srgbClr val="D95C3D"/>
                </a:solidFill>
              </a:defRPr>
            </a:lvl5pPr>
            <a:lvl6pPr algn="ctr">
              <a:buNone/>
              <a:defRPr sz="1875" b="1">
                <a:solidFill>
                  <a:srgbClr val="D95C3D"/>
                </a:solidFill>
              </a:defRPr>
            </a:lvl6pPr>
            <a:lvl7pPr algn="ctr">
              <a:buNone/>
              <a:defRPr sz="1875" b="1">
                <a:solidFill>
                  <a:srgbClr val="D95C3D"/>
                </a:solidFill>
              </a:defRPr>
            </a:lvl7pPr>
            <a:lvl8pPr algn="ctr">
              <a:buNone/>
              <a:defRPr sz="1875" b="1">
                <a:solidFill>
                  <a:srgbClr val="D95C3D"/>
                </a:solidFill>
              </a:defRPr>
            </a:lvl8pPr>
            <a:lvl9pPr algn="ctr">
              <a:buNone/>
              <a:defRPr sz="1875" b="1">
                <a:solidFill>
                  <a:srgbClr val="D95C3D"/>
                </a:solidFill>
              </a:defRPr>
            </a:lvl9pPr>
          </a:lstStyle>
          <a:p xmlns:a="http://schemas.openxmlformats.org/drawingml/2006/main">
            <a:pPr algn="ctr">
              <a:buNone/>
              <a:defRPr sz="1875" b="1">
                <a:solidFill>
                  <a:srgbClr val="D95C3D"/>
                </a:solidFill>
              </a:defRPr>
            </a:pPr>
            <a:r>
              <a:rPr sz="1875" b="1">
                <a:solidFill>
                  <a:srgbClr val="D95C3D"/>
                </a:solidFill>
              </a:rPr>
              <a:t>→</a:t>
            </a:r>
          </a:p>
        </p:txBody>
      </p:sp>
      <p:sp>
        <p:nvSpPr>
          <p:cNvPr id="16" name="">
            <a:extLst xmlns:a="http://schemas.openxmlformats.org/drawingml/2006/main">
              <a:ext uri="{FF2B5EF4-FFF2-40B4-BE49-F238E27FC236}">
                <a16:creationId xmlns:a16="http://schemas.microsoft.com/office/drawing/2014/main" id="{CA4E3BA2-4E5D-4376-8607-E6A57F856052}"/>
              </a:ext>
            </a:extLst>
          </p:cNvPr>
          <p:cNvSpPr>
            <a:spLocks xmlns:a="http://schemas.openxmlformats.org/drawingml/2006/main" noGrp="1"/>
          </p:cNvSpPr>
          <p:nvPr/>
        </p:nvSpPr>
        <p:spPr>
          <a:xfrm xmlns:a="http://schemas.openxmlformats.org/drawingml/2006/main">
            <a:off x="4514850" y="2428875"/>
            <a:ext cx="3238500" cy="2095500"/>
          </a:xfrm>
          <a:prstGeom xmlns:a="http://schemas.openxmlformats.org/drawingml/2006/main" prst="rect">
            <a:avLst/>
          </a:prstGeom>
          <a:solidFill xmlns:a="http://schemas.openxmlformats.org/drawingml/2006/main">
            <a:srgbClr val="17211F"/>
          </a:solidFill>
          <a:ln xmlns:a="http://schemas.openxmlformats.org/drawingml/2006/main" w="9525">
            <a:solidFill>
              <a:srgbClr val="D8D3CA"/>
            </a:solidFill>
            <a:prstDash val="solid"/>
          </a:ln>
        </p:spPr>
      </p:sp>
      <p:sp>
        <p:nvSpPr>
          <p:cNvPr id="17" name="">
            <a:extLst xmlns:a="http://schemas.openxmlformats.org/drawingml/2006/main">
              <a:ext uri="{FF2B5EF4-FFF2-40B4-BE49-F238E27FC236}">
                <a16:creationId xmlns:a16="http://schemas.microsoft.com/office/drawing/2014/main" id="{4B4A8DAE-CCA7-44AA-A69A-2335AF5F2A09}"/>
              </a:ext>
            </a:extLst>
          </p:cNvPr>
          <p:cNvSpPr>
            <a:spLocks xmlns:a="http://schemas.openxmlformats.org/drawingml/2006/main" noGrp="1"/>
          </p:cNvSpPr>
          <p:nvPr/>
        </p:nvSpPr>
        <p:spPr>
          <a:xfrm xmlns:a="http://schemas.openxmlformats.org/drawingml/2006/main">
            <a:off x="4705350" y="26289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FFFFFF"/>
                </a:solidFill>
              </a:defRPr>
            </a:defPPr>
            <a:lvl1pPr algn="l">
              <a:buNone/>
              <a:defRPr sz="1425" b="1">
                <a:solidFill>
                  <a:srgbClr val="FFFFFF"/>
                </a:solidFill>
              </a:defRPr>
            </a:lvl1pPr>
            <a:lvl2pPr algn="l">
              <a:buNone/>
              <a:defRPr sz="1425" b="1">
                <a:solidFill>
                  <a:srgbClr val="FFFFFF"/>
                </a:solidFill>
              </a:defRPr>
            </a:lvl2pPr>
            <a:lvl3pPr algn="l">
              <a:buNone/>
              <a:defRPr sz="1425" b="1">
                <a:solidFill>
                  <a:srgbClr val="FFFFFF"/>
                </a:solidFill>
              </a:defRPr>
            </a:lvl3pPr>
            <a:lvl4pPr algn="l">
              <a:buNone/>
              <a:defRPr sz="1425" b="1">
                <a:solidFill>
                  <a:srgbClr val="FFFFFF"/>
                </a:solidFill>
              </a:defRPr>
            </a:lvl4pPr>
            <a:lvl5pPr algn="l">
              <a:buNone/>
              <a:defRPr sz="1425" b="1">
                <a:solidFill>
                  <a:srgbClr val="FFFFFF"/>
                </a:solidFill>
              </a:defRPr>
            </a:lvl5pPr>
            <a:lvl6pPr algn="l">
              <a:buNone/>
              <a:defRPr sz="1425" b="1">
                <a:solidFill>
                  <a:srgbClr val="FFFFFF"/>
                </a:solidFill>
              </a:defRPr>
            </a:lvl6pPr>
            <a:lvl7pPr algn="l">
              <a:buNone/>
              <a:defRPr sz="1425" b="1">
                <a:solidFill>
                  <a:srgbClr val="FFFFFF"/>
                </a:solidFill>
              </a:defRPr>
            </a:lvl7pPr>
            <a:lvl8pPr algn="l">
              <a:buNone/>
              <a:defRPr sz="1425" b="1">
                <a:solidFill>
                  <a:srgbClr val="FFFFFF"/>
                </a:solidFill>
              </a:defRPr>
            </a:lvl8pPr>
            <a:lvl9pPr algn="l">
              <a:buNone/>
              <a:defRPr sz="1425" b="1">
                <a:solidFill>
                  <a:srgbClr val="FFFFFF"/>
                </a:solidFill>
              </a:defRPr>
            </a:lvl9pPr>
          </a:lstStyle>
          <a:p xmlns:a="http://schemas.openxmlformats.org/drawingml/2006/main">
            <a:pPr algn="l">
              <a:buNone/>
              <a:defRPr sz="1425" b="1">
                <a:solidFill>
                  <a:srgbClr val="FFFFFF"/>
                </a:solidFill>
              </a:defRPr>
            </a:pPr>
            <a:r>
              <a:rPr sz="1425" b="1">
                <a:solidFill>
                  <a:srgbClr val="FFFFFF"/>
                </a:solidFill>
              </a:rPr>
              <a:t>Orbyte shared business center</a:t>
            </a:r>
          </a:p>
        </p:txBody>
      </p:sp>
      <p:sp>
        <p:nvSpPr>
          <p:cNvPr id="18" name="">
            <a:extLst xmlns:a="http://schemas.openxmlformats.org/drawingml/2006/main">
              <a:ext uri="{FF2B5EF4-FFF2-40B4-BE49-F238E27FC236}">
                <a16:creationId xmlns:a16="http://schemas.microsoft.com/office/drawing/2014/main" id="{6B6A1202-B0B9-4B67-A830-BAC9A8FC0322}"/>
              </a:ext>
            </a:extLst>
          </p:cNvPr>
          <p:cNvSpPr>
            <a:spLocks xmlns:a="http://schemas.openxmlformats.org/drawingml/2006/main" noGrp="1"/>
          </p:cNvSpPr>
          <p:nvPr/>
        </p:nvSpPr>
        <p:spPr>
          <a:xfrm xmlns:a="http://schemas.openxmlformats.org/drawingml/2006/main">
            <a:off x="4705350" y="31242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F1F3EF"/>
                </a:solidFill>
              </a:defRPr>
            </a:defPPr>
            <a:lvl1pPr algn="l">
              <a:buNone/>
              <a:defRPr sz="1200" b="0">
                <a:solidFill>
                  <a:srgbClr val="F1F3EF"/>
                </a:solidFill>
              </a:defRPr>
            </a:lvl1pPr>
            <a:lvl2pPr algn="l">
              <a:buNone/>
              <a:defRPr sz="1200" b="0">
                <a:solidFill>
                  <a:srgbClr val="F1F3EF"/>
                </a:solidFill>
              </a:defRPr>
            </a:lvl2pPr>
            <a:lvl3pPr algn="l">
              <a:buNone/>
              <a:defRPr sz="1200" b="0">
                <a:solidFill>
                  <a:srgbClr val="F1F3EF"/>
                </a:solidFill>
              </a:defRPr>
            </a:lvl3pPr>
            <a:lvl4pPr algn="l">
              <a:buNone/>
              <a:defRPr sz="1200" b="0">
                <a:solidFill>
                  <a:srgbClr val="F1F3EF"/>
                </a:solidFill>
              </a:defRPr>
            </a:lvl4pPr>
            <a:lvl5pPr algn="l">
              <a:buNone/>
              <a:defRPr sz="1200" b="0">
                <a:solidFill>
                  <a:srgbClr val="F1F3EF"/>
                </a:solidFill>
              </a:defRPr>
            </a:lvl5pPr>
            <a:lvl6pPr algn="l">
              <a:buNone/>
              <a:defRPr sz="1200" b="0">
                <a:solidFill>
                  <a:srgbClr val="F1F3EF"/>
                </a:solidFill>
              </a:defRPr>
            </a:lvl6pPr>
            <a:lvl7pPr algn="l">
              <a:buNone/>
              <a:defRPr sz="1200" b="0">
                <a:solidFill>
                  <a:srgbClr val="F1F3EF"/>
                </a:solidFill>
              </a:defRPr>
            </a:lvl7pPr>
            <a:lvl8pPr algn="l">
              <a:buNone/>
              <a:defRPr sz="1200" b="0">
                <a:solidFill>
                  <a:srgbClr val="F1F3EF"/>
                </a:solidFill>
              </a:defRPr>
            </a:lvl8pPr>
            <a:lvl9pPr algn="l">
              <a:buNone/>
              <a:defRPr sz="1200" b="0">
                <a:solidFill>
                  <a:srgbClr val="F1F3EF"/>
                </a:solidFill>
              </a:defRPr>
            </a:lvl9pPr>
          </a:lstStyle>
          <a:p xmlns:a="http://schemas.openxmlformats.org/drawingml/2006/main">
            <a:pPr algn="l">
              <a:buNone/>
              <a:defRPr sz="1200" b="0">
                <a:solidFill>
                  <a:srgbClr val="F1F3EF"/>
                </a:solidFill>
              </a:defRPr>
            </a:pPr>
            <a:r>
              <a:rPr sz="1200" b="0">
                <a:solidFill>
                  <a:srgbClr val="F1F3EF"/>
                </a:solidFill>
              </a:rPr>
              <a:t>Connect business information and services</a:t>
            </a:r>
          </a:p>
          <a:p xmlns:a="http://schemas.openxmlformats.org/drawingml/2006/main">
            <a:pPr algn="l">
              <a:buNone/>
              <a:defRPr sz="1200" b="0">
                <a:solidFill>
                  <a:srgbClr val="F1F3EF"/>
                </a:solidFill>
              </a:defRPr>
            </a:pPr>
            <a:r>
              <a:rPr sz="1200" b="0">
                <a:solidFill>
                  <a:srgbClr val="F1F3EF"/>
                </a:solidFill>
              </a:rPr>
              <a:t>Use shared identity and interfaces</a:t>
            </a:r>
          </a:p>
          <a:p xmlns:a="http://schemas.openxmlformats.org/drawingml/2006/main">
            <a:pPr algn="l">
              <a:buNone/>
              <a:defRPr sz="1200" b="0">
                <a:solidFill>
                  <a:srgbClr val="F1F3EF"/>
                </a:solidFill>
              </a:defRPr>
            </a:pPr>
            <a:r>
              <a:rPr sz="1200" b="0">
                <a:solidFill>
                  <a:srgbClr val="F1F3EF"/>
                </a:solidFill>
              </a:rPr>
              <a:t>Make reusable capabilities available</a:t>
            </a:r>
          </a:p>
        </p:txBody>
      </p:sp>
      <p:sp>
        <p:nvSpPr>
          <p:cNvPr id="19" name="">
            <a:extLst xmlns:a="http://schemas.openxmlformats.org/drawingml/2006/main">
              <a:ext uri="{FF2B5EF4-FFF2-40B4-BE49-F238E27FC236}">
                <a16:creationId xmlns:a16="http://schemas.microsoft.com/office/drawing/2014/main" id="{6E6AFFAD-98A2-4688-A353-00EA7977FF80}"/>
              </a:ext>
            </a:extLst>
          </p:cNvPr>
          <p:cNvSpPr>
            <a:spLocks xmlns:a="http://schemas.openxmlformats.org/drawingml/2006/main" noGrp="1"/>
          </p:cNvSpPr>
          <p:nvPr/>
        </p:nvSpPr>
        <p:spPr>
          <a:xfrm xmlns:a="http://schemas.openxmlformats.org/drawingml/2006/main">
            <a:off x="7810500" y="3238500"/>
            <a:ext cx="361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875" b="1">
                <a:solidFill>
                  <a:srgbClr val="D95C3D"/>
                </a:solidFill>
              </a:defRPr>
            </a:defPPr>
            <a:lvl1pPr algn="ctr">
              <a:buNone/>
              <a:defRPr sz="1875" b="1">
                <a:solidFill>
                  <a:srgbClr val="D95C3D"/>
                </a:solidFill>
              </a:defRPr>
            </a:lvl1pPr>
            <a:lvl2pPr algn="ctr">
              <a:buNone/>
              <a:defRPr sz="1875" b="1">
                <a:solidFill>
                  <a:srgbClr val="D95C3D"/>
                </a:solidFill>
              </a:defRPr>
            </a:lvl2pPr>
            <a:lvl3pPr algn="ctr">
              <a:buNone/>
              <a:defRPr sz="1875" b="1">
                <a:solidFill>
                  <a:srgbClr val="D95C3D"/>
                </a:solidFill>
              </a:defRPr>
            </a:lvl3pPr>
            <a:lvl4pPr algn="ctr">
              <a:buNone/>
              <a:defRPr sz="1875" b="1">
                <a:solidFill>
                  <a:srgbClr val="D95C3D"/>
                </a:solidFill>
              </a:defRPr>
            </a:lvl4pPr>
            <a:lvl5pPr algn="ctr">
              <a:buNone/>
              <a:defRPr sz="1875" b="1">
                <a:solidFill>
                  <a:srgbClr val="D95C3D"/>
                </a:solidFill>
              </a:defRPr>
            </a:lvl5pPr>
            <a:lvl6pPr algn="ctr">
              <a:buNone/>
              <a:defRPr sz="1875" b="1">
                <a:solidFill>
                  <a:srgbClr val="D95C3D"/>
                </a:solidFill>
              </a:defRPr>
            </a:lvl6pPr>
            <a:lvl7pPr algn="ctr">
              <a:buNone/>
              <a:defRPr sz="1875" b="1">
                <a:solidFill>
                  <a:srgbClr val="D95C3D"/>
                </a:solidFill>
              </a:defRPr>
            </a:lvl7pPr>
            <a:lvl8pPr algn="ctr">
              <a:buNone/>
              <a:defRPr sz="1875" b="1">
                <a:solidFill>
                  <a:srgbClr val="D95C3D"/>
                </a:solidFill>
              </a:defRPr>
            </a:lvl8pPr>
            <a:lvl9pPr algn="ctr">
              <a:buNone/>
              <a:defRPr sz="1875" b="1">
                <a:solidFill>
                  <a:srgbClr val="D95C3D"/>
                </a:solidFill>
              </a:defRPr>
            </a:lvl9pPr>
          </a:lstStyle>
          <a:p xmlns:a="http://schemas.openxmlformats.org/drawingml/2006/main">
            <a:pPr algn="ctr">
              <a:buNone/>
              <a:defRPr sz="1875" b="1">
                <a:solidFill>
                  <a:srgbClr val="D95C3D"/>
                </a:solidFill>
              </a:defRPr>
            </a:pPr>
            <a:r>
              <a:rPr sz="1875" b="1">
                <a:solidFill>
                  <a:srgbClr val="D95C3D"/>
                </a:solidFill>
              </a:rPr>
              <a:t>→</a:t>
            </a:r>
          </a:p>
        </p:txBody>
      </p:sp>
      <p:sp>
        <p:nvSpPr>
          <p:cNvPr id="20" name="">
            <a:extLst xmlns:a="http://schemas.openxmlformats.org/drawingml/2006/main">
              <a:ext uri="{FF2B5EF4-FFF2-40B4-BE49-F238E27FC236}">
                <a16:creationId xmlns:a16="http://schemas.microsoft.com/office/drawing/2014/main" id="{4118E237-2836-4355-852C-B7F94EF35F81}"/>
              </a:ext>
            </a:extLst>
          </p:cNvPr>
          <p:cNvSpPr>
            <a:spLocks xmlns:a="http://schemas.openxmlformats.org/drawingml/2006/main" noGrp="1"/>
          </p:cNvSpPr>
          <p:nvPr/>
        </p:nvSpPr>
        <p:spPr>
          <a:xfrm xmlns:a="http://schemas.openxmlformats.org/drawingml/2006/main">
            <a:off x="8305800" y="2428875"/>
            <a:ext cx="3238500" cy="2095500"/>
          </a:xfrm>
          <a:prstGeom xmlns:a="http://schemas.openxmlformats.org/drawingml/2006/main" prst="rect">
            <a:avLst/>
          </a:prstGeom>
          <a:solidFill xmlns:a="http://schemas.openxmlformats.org/drawingml/2006/main">
            <a:srgbClr val="FBFAF7"/>
          </a:solidFill>
          <a:ln xmlns:a="http://schemas.openxmlformats.org/drawingml/2006/main" w="9525">
            <a:solidFill>
              <a:srgbClr val="D8D3CA"/>
            </a:solidFill>
            <a:prstDash val="solid"/>
          </a:ln>
        </p:spPr>
      </p:sp>
      <p:sp>
        <p:nvSpPr>
          <p:cNvPr id="21" name="">
            <a:extLst xmlns:a="http://schemas.openxmlformats.org/drawingml/2006/main">
              <a:ext uri="{FF2B5EF4-FFF2-40B4-BE49-F238E27FC236}">
                <a16:creationId xmlns:a16="http://schemas.microsoft.com/office/drawing/2014/main" id="{6E3FCF1A-82FE-430E-82EB-2098DF9E6BFE}"/>
              </a:ext>
            </a:extLst>
          </p:cNvPr>
          <p:cNvSpPr>
            <a:spLocks xmlns:a="http://schemas.openxmlformats.org/drawingml/2006/main" noGrp="1"/>
          </p:cNvSpPr>
          <p:nvPr/>
        </p:nvSpPr>
        <p:spPr>
          <a:xfrm xmlns:a="http://schemas.openxmlformats.org/drawingml/2006/main">
            <a:off x="8496300" y="26289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D95C3D"/>
                </a:solidFill>
              </a:defRPr>
            </a:defPPr>
            <a:lvl1pPr algn="l">
              <a:buNone/>
              <a:defRPr sz="1425" b="1">
                <a:solidFill>
                  <a:srgbClr val="D95C3D"/>
                </a:solidFill>
              </a:defRPr>
            </a:lvl1pPr>
            <a:lvl2pPr algn="l">
              <a:buNone/>
              <a:defRPr sz="1425" b="1">
                <a:solidFill>
                  <a:srgbClr val="D95C3D"/>
                </a:solidFill>
              </a:defRPr>
            </a:lvl2pPr>
            <a:lvl3pPr algn="l">
              <a:buNone/>
              <a:defRPr sz="1425" b="1">
                <a:solidFill>
                  <a:srgbClr val="D95C3D"/>
                </a:solidFill>
              </a:defRPr>
            </a:lvl3pPr>
            <a:lvl4pPr algn="l">
              <a:buNone/>
              <a:defRPr sz="1425" b="1">
                <a:solidFill>
                  <a:srgbClr val="D95C3D"/>
                </a:solidFill>
              </a:defRPr>
            </a:lvl4pPr>
            <a:lvl5pPr algn="l">
              <a:buNone/>
              <a:defRPr sz="1425" b="1">
                <a:solidFill>
                  <a:srgbClr val="D95C3D"/>
                </a:solidFill>
              </a:defRPr>
            </a:lvl5pPr>
            <a:lvl6pPr algn="l">
              <a:buNone/>
              <a:defRPr sz="1425" b="1">
                <a:solidFill>
                  <a:srgbClr val="D95C3D"/>
                </a:solidFill>
              </a:defRPr>
            </a:lvl6pPr>
            <a:lvl7pPr algn="l">
              <a:buNone/>
              <a:defRPr sz="1425" b="1">
                <a:solidFill>
                  <a:srgbClr val="D95C3D"/>
                </a:solidFill>
              </a:defRPr>
            </a:lvl7pPr>
            <a:lvl8pPr algn="l">
              <a:buNone/>
              <a:defRPr sz="1425" b="1">
                <a:solidFill>
                  <a:srgbClr val="D95C3D"/>
                </a:solidFill>
              </a:defRPr>
            </a:lvl8pPr>
            <a:lvl9pPr algn="l">
              <a:buNone/>
              <a:defRPr sz="1425" b="1">
                <a:solidFill>
                  <a:srgbClr val="D95C3D"/>
                </a:solidFill>
              </a:defRPr>
            </a:lvl9pPr>
          </a:lstStyle>
          <a:p xmlns:a="http://schemas.openxmlformats.org/drawingml/2006/main">
            <a:pPr algn="l">
              <a:buNone/>
              <a:defRPr sz="1425" b="1">
                <a:solidFill>
                  <a:srgbClr val="D95C3D"/>
                </a:solidFill>
              </a:defRPr>
            </a:pPr>
            <a:r>
              <a:rPr sz="1425" b="1">
                <a:solidFill>
                  <a:srgbClr val="D95C3D"/>
                </a:solidFill>
              </a:rPr>
              <a:t>Company adapter</a:t>
            </a:r>
          </a:p>
        </p:txBody>
      </p:sp>
      <p:sp>
        <p:nvSpPr>
          <p:cNvPr id="22" name="">
            <a:extLst xmlns:a="http://schemas.openxmlformats.org/drawingml/2006/main">
              <a:ext uri="{FF2B5EF4-FFF2-40B4-BE49-F238E27FC236}">
                <a16:creationId xmlns:a16="http://schemas.microsoft.com/office/drawing/2014/main" id="{123E16D6-6C17-4B94-BBEB-AB93F80FA497}"/>
              </a:ext>
            </a:extLst>
          </p:cNvPr>
          <p:cNvSpPr>
            <a:spLocks xmlns:a="http://schemas.openxmlformats.org/drawingml/2006/main" noGrp="1"/>
          </p:cNvSpPr>
          <p:nvPr/>
        </p:nvSpPr>
        <p:spPr>
          <a:xfrm xmlns:a="http://schemas.openxmlformats.org/drawingml/2006/main">
            <a:off x="8496300" y="31242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596560"/>
                </a:solidFill>
              </a:defRPr>
            </a:defPPr>
            <a:lvl1pPr algn="l">
              <a:buNone/>
              <a:defRPr sz="1200" b="0">
                <a:solidFill>
                  <a:srgbClr val="596560"/>
                </a:solidFill>
              </a:defRPr>
            </a:lvl1pPr>
            <a:lvl2pPr algn="l">
              <a:buNone/>
              <a:defRPr sz="1200" b="0">
                <a:solidFill>
                  <a:srgbClr val="596560"/>
                </a:solidFill>
              </a:defRPr>
            </a:lvl2pPr>
            <a:lvl3pPr algn="l">
              <a:buNone/>
              <a:defRPr sz="1200" b="0">
                <a:solidFill>
                  <a:srgbClr val="596560"/>
                </a:solidFill>
              </a:defRPr>
            </a:lvl3pPr>
            <a:lvl4pPr algn="l">
              <a:buNone/>
              <a:defRPr sz="1200" b="0">
                <a:solidFill>
                  <a:srgbClr val="596560"/>
                </a:solidFill>
              </a:defRPr>
            </a:lvl4pPr>
            <a:lvl5pPr algn="l">
              <a:buNone/>
              <a:defRPr sz="1200" b="0">
                <a:solidFill>
                  <a:srgbClr val="596560"/>
                </a:solidFill>
              </a:defRPr>
            </a:lvl5pPr>
            <a:lvl6pPr algn="l">
              <a:buNone/>
              <a:defRPr sz="1200" b="0">
                <a:solidFill>
                  <a:srgbClr val="596560"/>
                </a:solidFill>
              </a:defRPr>
            </a:lvl6pPr>
            <a:lvl7pPr algn="l">
              <a:buNone/>
              <a:defRPr sz="1200" b="0">
                <a:solidFill>
                  <a:srgbClr val="596560"/>
                </a:solidFill>
              </a:defRPr>
            </a:lvl7pPr>
            <a:lvl8pPr algn="l">
              <a:buNone/>
              <a:defRPr sz="1200" b="0">
                <a:solidFill>
                  <a:srgbClr val="596560"/>
                </a:solidFill>
              </a:defRPr>
            </a:lvl8pPr>
            <a:lvl9pPr algn="l">
              <a:buNone/>
              <a:defRPr sz="1200" b="0">
                <a:solidFill>
                  <a:srgbClr val="596560"/>
                </a:solidFill>
              </a:defRPr>
            </a:lvl9pPr>
          </a:lstStyle>
          <a:p xmlns:a="http://schemas.openxmlformats.org/drawingml/2006/main">
            <a:pPr algn="l">
              <a:buNone/>
              <a:defRPr sz="1200" b="0">
                <a:solidFill>
                  <a:srgbClr val="596560"/>
                </a:solidFill>
              </a:defRPr>
            </a:pPr>
            <a:r>
              <a:rPr sz="1200" b="0">
                <a:solidFill>
                  <a:srgbClr val="596560"/>
                </a:solidFill>
              </a:rPr>
              <a:t>Map each company’s fields and statuses</a:t>
            </a:r>
          </a:p>
          <a:p xmlns:a="http://schemas.openxmlformats.org/drawingml/2006/main">
            <a:pPr algn="l">
              <a:buNone/>
              <a:defRPr sz="1200" b="0">
                <a:solidFill>
                  <a:srgbClr val="596560"/>
                </a:solidFill>
              </a:defRPr>
            </a:pPr>
            <a:r>
              <a:rPr sz="1200" b="0">
                <a:solidFill>
                  <a:srgbClr val="596560"/>
                </a:solidFill>
              </a:rPr>
              <a:t>Apply company-specific permissions</a:t>
            </a:r>
          </a:p>
          <a:p xmlns:a="http://schemas.openxmlformats.org/drawingml/2006/main">
            <a:pPr algn="l">
              <a:buNone/>
              <a:defRPr sz="1200" b="0">
                <a:solidFill>
                  <a:srgbClr val="596560"/>
                </a:solidFill>
              </a:defRPr>
            </a:pPr>
            <a:r>
              <a:rPr sz="1200" b="0">
                <a:solidFill>
                  <a:srgbClr val="596560"/>
                </a:solidFill>
              </a:rPr>
              <a:t>Isolate customer and batch data</a:t>
            </a:r>
          </a:p>
        </p:txBody>
      </p:sp>
      <p:sp>
        <p:nvSpPr>
          <p:cNvPr id="23" name="">
            <a:extLst xmlns:a="http://schemas.openxmlformats.org/drawingml/2006/main">
              <a:ext uri="{FF2B5EF4-FFF2-40B4-BE49-F238E27FC236}">
                <a16:creationId xmlns:a16="http://schemas.microsoft.com/office/drawing/2014/main" id="{C75AA793-625D-4285-B6EA-FC7E980A8ED0}"/>
              </a:ext>
            </a:extLst>
          </p:cNvPr>
          <p:cNvSpPr>
            <a:spLocks xmlns:a="http://schemas.openxmlformats.org/drawingml/2006/main" noGrp="1"/>
          </p:cNvSpPr>
          <p:nvPr/>
        </p:nvSpPr>
        <p:spPr>
          <a:xfrm xmlns:a="http://schemas.openxmlformats.org/drawingml/2006/main">
            <a:off x="762000" y="4981575"/>
            <a:ext cx="104298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7211F"/>
                </a:solidFill>
              </a:defRPr>
            </a:defPPr>
            <a:lvl1pPr algn="l">
              <a:buNone/>
              <a:defRPr sz="1350" b="1">
                <a:solidFill>
                  <a:srgbClr val="17211F"/>
                </a:solidFill>
              </a:defRPr>
            </a:lvl1pPr>
            <a:lvl2pPr algn="l">
              <a:buNone/>
              <a:defRPr sz="1350" b="1">
                <a:solidFill>
                  <a:srgbClr val="17211F"/>
                </a:solidFill>
              </a:defRPr>
            </a:lvl2pPr>
            <a:lvl3pPr algn="l">
              <a:buNone/>
              <a:defRPr sz="1350" b="1">
                <a:solidFill>
                  <a:srgbClr val="17211F"/>
                </a:solidFill>
              </a:defRPr>
            </a:lvl3pPr>
            <a:lvl4pPr algn="l">
              <a:buNone/>
              <a:defRPr sz="1350" b="1">
                <a:solidFill>
                  <a:srgbClr val="17211F"/>
                </a:solidFill>
              </a:defRPr>
            </a:lvl4pPr>
            <a:lvl5pPr algn="l">
              <a:buNone/>
              <a:defRPr sz="1350" b="1">
                <a:solidFill>
                  <a:srgbClr val="17211F"/>
                </a:solidFill>
              </a:defRPr>
            </a:lvl5pPr>
            <a:lvl6pPr algn="l">
              <a:buNone/>
              <a:defRPr sz="1350" b="1">
                <a:solidFill>
                  <a:srgbClr val="17211F"/>
                </a:solidFill>
              </a:defRPr>
            </a:lvl6pPr>
            <a:lvl7pPr algn="l">
              <a:buNone/>
              <a:defRPr sz="1350" b="1">
                <a:solidFill>
                  <a:srgbClr val="17211F"/>
                </a:solidFill>
              </a:defRPr>
            </a:lvl7pPr>
            <a:lvl8pPr algn="l">
              <a:buNone/>
              <a:defRPr sz="1350" b="1">
                <a:solidFill>
                  <a:srgbClr val="17211F"/>
                </a:solidFill>
              </a:defRPr>
            </a:lvl8pPr>
            <a:lvl9pPr algn="l">
              <a:buNone/>
              <a:defRPr sz="1350" b="1">
                <a:solidFill>
                  <a:srgbClr val="17211F"/>
                </a:solidFill>
              </a:defRPr>
            </a:lvl9pPr>
          </a:lstStyle>
          <a:p xmlns:a="http://schemas.openxmlformats.org/drawingml/2006/main">
            <a:pPr algn="l">
              <a:buNone/>
              <a:defRPr sz="1350" b="1">
                <a:solidFill>
                  <a:srgbClr val="17211F"/>
                </a:solidFill>
              </a:defRPr>
            </a:pPr>
            <a:r>
              <a:rPr sz="1350" b="1">
                <a:solidFill>
                  <a:srgbClr val="17211F"/>
                </a:solidFill>
              </a:rPr>
              <a:t>First confirm Orbyte’s interfaces, identity, permissions and data-isolation requirements; then build and test the connector.</a:t>
            </a:r>
          </a:p>
        </p:txBody>
      </p:sp>
      <p:sp>
        <p:nvSpPr>
          <p:cNvPr id="24" name="">
            <a:extLst xmlns:a="http://schemas.openxmlformats.org/drawingml/2006/main">
              <a:ext uri="{FF2B5EF4-FFF2-40B4-BE49-F238E27FC236}">
                <a16:creationId xmlns:a16="http://schemas.microsoft.com/office/drawing/2014/main" id="{AB6CB60C-E46D-4E53-BF94-3BEE8D363EDE}"/>
              </a:ext>
            </a:extLst>
          </p:cNvPr>
          <p:cNvSpPr>
            <a:spLocks xmlns:a="http://schemas.openxmlformats.org/drawingml/2006/main" noGrp="1"/>
          </p:cNvSpPr>
          <p:nvPr/>
        </p:nvSpPr>
        <p:spPr>
          <a:xfrm xmlns:a="http://schemas.openxmlformats.org/drawingml/2006/main">
            <a:off x="762000" y="5629275"/>
            <a:ext cx="10429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97A65"/>
                </a:solidFill>
              </a:defRPr>
            </a:defPPr>
            <a:lvl1pPr algn="l">
              <a:buNone/>
              <a:defRPr sz="1275" b="1">
                <a:solidFill>
                  <a:srgbClr val="597A65"/>
                </a:solidFill>
              </a:defRPr>
            </a:lvl1pPr>
            <a:lvl2pPr algn="l">
              <a:buNone/>
              <a:defRPr sz="1275" b="1">
                <a:solidFill>
                  <a:srgbClr val="597A65"/>
                </a:solidFill>
              </a:defRPr>
            </a:lvl2pPr>
            <a:lvl3pPr algn="l">
              <a:buNone/>
              <a:defRPr sz="1275" b="1">
                <a:solidFill>
                  <a:srgbClr val="597A65"/>
                </a:solidFill>
              </a:defRPr>
            </a:lvl3pPr>
            <a:lvl4pPr algn="l">
              <a:buNone/>
              <a:defRPr sz="1275" b="1">
                <a:solidFill>
                  <a:srgbClr val="597A65"/>
                </a:solidFill>
              </a:defRPr>
            </a:lvl4pPr>
            <a:lvl5pPr algn="l">
              <a:buNone/>
              <a:defRPr sz="1275" b="1">
                <a:solidFill>
                  <a:srgbClr val="597A65"/>
                </a:solidFill>
              </a:defRPr>
            </a:lvl5pPr>
            <a:lvl6pPr algn="l">
              <a:buNone/>
              <a:defRPr sz="1275" b="1">
                <a:solidFill>
                  <a:srgbClr val="597A65"/>
                </a:solidFill>
              </a:defRPr>
            </a:lvl6pPr>
            <a:lvl7pPr algn="l">
              <a:buNone/>
              <a:defRPr sz="1275" b="1">
                <a:solidFill>
                  <a:srgbClr val="597A65"/>
                </a:solidFill>
              </a:defRPr>
            </a:lvl7pPr>
            <a:lvl8pPr algn="l">
              <a:buNone/>
              <a:defRPr sz="1275" b="1">
                <a:solidFill>
                  <a:srgbClr val="597A65"/>
                </a:solidFill>
              </a:defRPr>
            </a:lvl8pPr>
            <a:lvl9pPr algn="l">
              <a:buNone/>
              <a:defRPr sz="1275" b="1">
                <a:solidFill>
                  <a:srgbClr val="597A65"/>
                </a:solidFill>
              </a:defRPr>
            </a:lvl9pPr>
          </a:lstStyle>
          <a:p xmlns:a="http://schemas.openxmlformats.org/drawingml/2006/main">
            <a:pPr algn="l">
              <a:buNone/>
              <a:defRPr sz="1275" b="1">
                <a:solidFill>
                  <a:srgbClr val="597A65"/>
                </a:solidFill>
              </a:defRPr>
            </a:pPr>
            <a:r>
              <a:rPr sz="1275" b="1">
                <a:solidFill>
                  <a:srgbClr val="597A65"/>
                </a:solidFill>
              </a:rPr>
              <a:t>Reuse the configurable service—not one company’s customer data.</a:t>
            </a:r>
          </a:p>
        </p:txBody>
      </p:sp>
    </p:spTree>
    <p:extLst>
      <p:ext uri="{BB962C8B-B14F-4D97-AF65-F5344CB8AC3E}">
        <p14:creationId xmlns:p14="http://schemas.microsoft.com/office/powerpoint/2010/main" val="2082051156"/>
      </p:ext>
    </p:extLst>
  </p:cSld>
</p:sld>
</file>

<file path=ppt/slides/slide10.xml><?xml version="1.0" encoding="utf-8"?>
<p:sld xmlns:p="http://schemas.openxmlformats.org/presentationml/2006/main">
  <p:cSld>
    <p:bg>
      <p:bgPr>
        <a:solidFill xmlns:a="http://schemas.openxmlformats.org/drawingml/2006/main">
          <a:srgbClr val="F3F0E9"/>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667964FF-1C25-4E7B-8FE4-499700D80DE5}"/>
              </a:ext>
            </a:extLst>
          </p:cNvPr>
          <p:cNvSpPr>
            <a:spLocks xmlns:a="http://schemas.openxmlformats.org/drawingml/2006/main" noGrp="1"/>
          </p:cNvSpPr>
          <p:nvPr/>
        </p:nvSpPr>
        <p:spPr>
          <a:xfrm xmlns:a="http://schemas.openxmlformats.org/drawingml/2006/main">
            <a:off x="0" y="0"/>
            <a:ext cx="12192000" cy="495300"/>
          </a:xfrm>
          <a:prstGeom xmlns:a="http://schemas.openxmlformats.org/drawingml/2006/main" prst="rect">
            <a:avLst/>
          </a:prstGeom>
          <a:solidFill xmlns:a="http://schemas.openxmlformats.org/drawingml/2006/main">
            <a:srgbClr val="1721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7E2BE6F-421F-4CD5-B90B-AD78382177C7}"/>
              </a:ext>
            </a:extLst>
          </p:cNvPr>
          <p:cNvSpPr>
            <a:spLocks xmlns:a="http://schemas.openxmlformats.org/drawingml/2006/main" noGrp="1"/>
          </p:cNvSpPr>
          <p:nvPr/>
        </p:nvSpPr>
        <p:spPr>
          <a:xfrm xmlns:a="http://schemas.openxmlformats.org/drawingml/2006/main">
            <a:off x="304800" y="114300"/>
            <a:ext cx="247650" cy="257175"/>
          </a:xfrm>
          <a:prstGeom xmlns:a="http://schemas.openxmlformats.org/drawingml/2006/main" prst="roundRect">
            <a:avLst>
              <a:gd name="adj" fmla="val 30769"/>
            </a:avLst>
          </a:prstGeom>
          <a:solidFill xmlns:a="http://schemas.openxmlformats.org/drawingml/2006/main">
            <a:srgbClr val="D95C3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1E0D3F9-8159-4ADC-B49E-ED9CFE3439C0}"/>
              </a:ext>
            </a:extLst>
          </p:cNvPr>
          <p:cNvSpPr>
            <a:spLocks xmlns:a="http://schemas.openxmlformats.org/drawingml/2006/main" noGrp="1"/>
          </p:cNvSpPr>
          <p:nvPr/>
        </p:nvSpPr>
        <p:spPr>
          <a:xfrm xmlns:a="http://schemas.openxmlformats.org/drawingml/2006/main">
            <a:off x="304800" y="104775"/>
            <a:ext cx="247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1">
                <a:solidFill>
                  <a:srgbClr val="FFFFFF"/>
                </a:solidFill>
              </a:defRPr>
            </a:defPPr>
            <a:lvl1pPr algn="ctr">
              <a:buNone/>
              <a:defRPr sz="1275" b="1">
                <a:solidFill>
                  <a:srgbClr val="FFFFFF"/>
                </a:solidFill>
              </a:defRPr>
            </a:lvl1pPr>
            <a:lvl2pPr algn="ctr">
              <a:buNone/>
              <a:defRPr sz="1275" b="1">
                <a:solidFill>
                  <a:srgbClr val="FFFFFF"/>
                </a:solidFill>
              </a:defRPr>
            </a:lvl2pPr>
            <a:lvl3pPr algn="ctr">
              <a:buNone/>
              <a:defRPr sz="1275" b="1">
                <a:solidFill>
                  <a:srgbClr val="FFFFFF"/>
                </a:solidFill>
              </a:defRPr>
            </a:lvl3pPr>
            <a:lvl4pPr algn="ctr">
              <a:buNone/>
              <a:defRPr sz="1275" b="1">
                <a:solidFill>
                  <a:srgbClr val="FFFFFF"/>
                </a:solidFill>
              </a:defRPr>
            </a:lvl4pPr>
            <a:lvl5pPr algn="ctr">
              <a:buNone/>
              <a:defRPr sz="1275" b="1">
                <a:solidFill>
                  <a:srgbClr val="FFFFFF"/>
                </a:solidFill>
              </a:defRPr>
            </a:lvl5pPr>
            <a:lvl6pPr algn="ctr">
              <a:buNone/>
              <a:defRPr sz="1275" b="1">
                <a:solidFill>
                  <a:srgbClr val="FFFFFF"/>
                </a:solidFill>
              </a:defRPr>
            </a:lvl6pPr>
            <a:lvl7pPr algn="ctr">
              <a:buNone/>
              <a:defRPr sz="1275" b="1">
                <a:solidFill>
                  <a:srgbClr val="FFFFFF"/>
                </a:solidFill>
              </a:defRPr>
            </a:lvl7pPr>
            <a:lvl8pPr algn="ctr">
              <a:buNone/>
              <a:defRPr sz="1275" b="1">
                <a:solidFill>
                  <a:srgbClr val="FFFFFF"/>
                </a:solidFill>
              </a:defRPr>
            </a:lvl8pPr>
            <a:lvl9pPr algn="ctr">
              <a:buNone/>
              <a:defRPr sz="1275" b="1">
                <a:solidFill>
                  <a:srgbClr val="FFFFFF"/>
                </a:solidFill>
              </a:defRPr>
            </a:lvl9pPr>
          </a:lstStyle>
          <a:p xmlns:a="http://schemas.openxmlformats.org/drawingml/2006/main">
            <a:pPr algn="ctr">
              <a:buNone/>
              <a:defRPr sz="1275" b="1">
                <a:solidFill>
                  <a:srgbClr val="FFFFFF"/>
                </a:solidFill>
              </a:defRPr>
            </a:pPr>
            <a:r>
              <a:rPr sz="1275" b="1">
                <a:solidFill>
                  <a:srgbClr val="FFFFFF"/>
                </a:solidFill>
              </a:rPr>
              <a:t>F</a:t>
            </a:r>
          </a:p>
        </p:txBody>
      </p:sp>
      <p:sp>
        <p:nvSpPr>
          <p:cNvPr id="4" name="">
            <a:extLst xmlns:a="http://schemas.openxmlformats.org/drawingml/2006/main">
              <a:ext uri="{FF2B5EF4-FFF2-40B4-BE49-F238E27FC236}">
                <a16:creationId xmlns:a16="http://schemas.microsoft.com/office/drawing/2014/main" id="{18F0E5A0-EE24-48E0-A708-AC86E98302E3}"/>
              </a:ext>
            </a:extLst>
          </p:cNvPr>
          <p:cNvSpPr>
            <a:spLocks xmlns:a="http://schemas.openxmlformats.org/drawingml/2006/main" noGrp="1"/>
          </p:cNvSpPr>
          <p:nvPr/>
        </p:nvSpPr>
        <p:spPr>
          <a:xfrm xmlns:a="http://schemas.openxmlformats.org/drawingml/2006/main">
            <a:off x="676275" y="95250"/>
            <a:ext cx="1714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FFFFFF"/>
                </a:solidFill>
              </a:defRPr>
            </a:defPPr>
            <a:lvl1pPr algn="l">
              <a:buNone/>
              <a:defRPr sz="1425" b="1">
                <a:solidFill>
                  <a:srgbClr val="FFFFFF"/>
                </a:solidFill>
              </a:defRPr>
            </a:lvl1pPr>
            <a:lvl2pPr algn="l">
              <a:buNone/>
              <a:defRPr sz="1425" b="1">
                <a:solidFill>
                  <a:srgbClr val="FFFFFF"/>
                </a:solidFill>
              </a:defRPr>
            </a:lvl2pPr>
            <a:lvl3pPr algn="l">
              <a:buNone/>
              <a:defRPr sz="1425" b="1">
                <a:solidFill>
                  <a:srgbClr val="FFFFFF"/>
                </a:solidFill>
              </a:defRPr>
            </a:lvl3pPr>
            <a:lvl4pPr algn="l">
              <a:buNone/>
              <a:defRPr sz="1425" b="1">
                <a:solidFill>
                  <a:srgbClr val="FFFFFF"/>
                </a:solidFill>
              </a:defRPr>
            </a:lvl4pPr>
            <a:lvl5pPr algn="l">
              <a:buNone/>
              <a:defRPr sz="1425" b="1">
                <a:solidFill>
                  <a:srgbClr val="FFFFFF"/>
                </a:solidFill>
              </a:defRPr>
            </a:lvl5pPr>
            <a:lvl6pPr algn="l">
              <a:buNone/>
              <a:defRPr sz="1425" b="1">
                <a:solidFill>
                  <a:srgbClr val="FFFFFF"/>
                </a:solidFill>
              </a:defRPr>
            </a:lvl6pPr>
            <a:lvl7pPr algn="l">
              <a:buNone/>
              <a:defRPr sz="1425" b="1">
                <a:solidFill>
                  <a:srgbClr val="FFFFFF"/>
                </a:solidFill>
              </a:defRPr>
            </a:lvl7pPr>
            <a:lvl8pPr algn="l">
              <a:buNone/>
              <a:defRPr sz="1425" b="1">
                <a:solidFill>
                  <a:srgbClr val="FFFFFF"/>
                </a:solidFill>
              </a:defRPr>
            </a:lvl8pPr>
            <a:lvl9pPr algn="l">
              <a:buNone/>
              <a:defRPr sz="1425" b="1">
                <a:solidFill>
                  <a:srgbClr val="FFFFFF"/>
                </a:solidFill>
              </a:defRPr>
            </a:lvl9pPr>
          </a:lstStyle>
          <a:p xmlns:a="http://schemas.openxmlformats.org/drawingml/2006/main">
            <a:pPr algn="l">
              <a:buNone/>
              <a:defRPr sz="1425" b="1">
                <a:solidFill>
                  <a:srgbClr val="FFFFFF"/>
                </a:solidFill>
              </a:defRPr>
            </a:pPr>
            <a:r>
              <a:rPr sz="1425" b="1">
                <a:solidFill>
                  <a:srgbClr val="FFFFFF"/>
                </a:solidFill>
              </a:rPr>
              <a:t>ForgeFlow</a:t>
            </a:r>
          </a:p>
        </p:txBody>
      </p:sp>
      <p:sp>
        <p:nvSpPr>
          <p:cNvPr id="5" name="">
            <a:extLst xmlns:a="http://schemas.openxmlformats.org/drawingml/2006/main">
              <a:ext uri="{FF2B5EF4-FFF2-40B4-BE49-F238E27FC236}">
                <a16:creationId xmlns:a16="http://schemas.microsoft.com/office/drawing/2014/main" id="{DD2764FF-6B0F-4B77-A86C-A8D86865E41B}"/>
              </a:ext>
            </a:extLst>
          </p:cNvPr>
          <p:cNvSpPr>
            <a:spLocks xmlns:a="http://schemas.openxmlformats.org/drawingml/2006/main" noGrp="1"/>
          </p:cNvSpPr>
          <p:nvPr/>
        </p:nvSpPr>
        <p:spPr>
          <a:xfrm xmlns:a="http://schemas.openxmlformats.org/drawingml/2006/main">
            <a:off x="8953500" y="104775"/>
            <a:ext cx="2714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DFE5DF"/>
                </a:solidFill>
              </a:defRPr>
            </a:defPPr>
            <a:lvl1pPr algn="r">
              <a:buNone/>
              <a:defRPr sz="975" b="1">
                <a:solidFill>
                  <a:srgbClr val="DFE5DF"/>
                </a:solidFill>
              </a:defRPr>
            </a:lvl1pPr>
            <a:lvl2pPr algn="r">
              <a:buNone/>
              <a:defRPr sz="975" b="1">
                <a:solidFill>
                  <a:srgbClr val="DFE5DF"/>
                </a:solidFill>
              </a:defRPr>
            </a:lvl2pPr>
            <a:lvl3pPr algn="r">
              <a:buNone/>
              <a:defRPr sz="975" b="1">
                <a:solidFill>
                  <a:srgbClr val="DFE5DF"/>
                </a:solidFill>
              </a:defRPr>
            </a:lvl3pPr>
            <a:lvl4pPr algn="r">
              <a:buNone/>
              <a:defRPr sz="975" b="1">
                <a:solidFill>
                  <a:srgbClr val="DFE5DF"/>
                </a:solidFill>
              </a:defRPr>
            </a:lvl4pPr>
            <a:lvl5pPr algn="r">
              <a:buNone/>
              <a:defRPr sz="975" b="1">
                <a:solidFill>
                  <a:srgbClr val="DFE5DF"/>
                </a:solidFill>
              </a:defRPr>
            </a:lvl5pPr>
            <a:lvl6pPr algn="r">
              <a:buNone/>
              <a:defRPr sz="975" b="1">
                <a:solidFill>
                  <a:srgbClr val="DFE5DF"/>
                </a:solidFill>
              </a:defRPr>
            </a:lvl6pPr>
            <a:lvl7pPr algn="r">
              <a:buNone/>
              <a:defRPr sz="975" b="1">
                <a:solidFill>
                  <a:srgbClr val="DFE5DF"/>
                </a:solidFill>
              </a:defRPr>
            </a:lvl7pPr>
            <a:lvl8pPr algn="r">
              <a:buNone/>
              <a:defRPr sz="975" b="1">
                <a:solidFill>
                  <a:srgbClr val="DFE5DF"/>
                </a:solidFill>
              </a:defRPr>
            </a:lvl8pPr>
            <a:lvl9pPr algn="r">
              <a:buNone/>
              <a:defRPr sz="975" b="1">
                <a:solidFill>
                  <a:srgbClr val="DFE5DF"/>
                </a:solidFill>
              </a:defRPr>
            </a:lvl9pPr>
          </a:lstStyle>
          <a:p xmlns:a="http://schemas.openxmlformats.org/drawingml/2006/main">
            <a:pPr algn="r">
              <a:buNone/>
              <a:defRPr sz="975" b="1">
                <a:solidFill>
                  <a:srgbClr val="DFE5DF"/>
                </a:solidFill>
              </a:defRPr>
            </a:pPr>
            <a:r>
              <a:rPr sz="975" b="1">
                <a:solidFill>
                  <a:srgbClr val="DFE5DF"/>
                </a:solidFill>
              </a:rPr>
              <a:t>SDC HACKATHON 2026</a:t>
            </a:r>
          </a:p>
        </p:txBody>
      </p:sp>
      <p:sp>
        <p:nvSpPr>
          <p:cNvPr id="6" name="">
            <a:extLst xmlns:a="http://schemas.openxmlformats.org/drawingml/2006/main">
              <a:ext uri="{FF2B5EF4-FFF2-40B4-BE49-F238E27FC236}">
                <a16:creationId xmlns:a16="http://schemas.microsoft.com/office/drawing/2014/main" id="{E7AC4078-754A-4210-8A75-8EF9BC54DF4B}"/>
              </a:ext>
            </a:extLst>
          </p:cNvPr>
          <p:cNvSpPr>
            <a:spLocks xmlns:a="http://schemas.openxmlformats.org/drawingml/2006/main" noGrp="1"/>
          </p:cNvSpPr>
          <p:nvPr/>
        </p:nvSpPr>
        <p:spPr>
          <a:xfrm xmlns:a="http://schemas.openxmlformats.org/drawingml/2006/main">
            <a:off x="666750" y="7048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D95C3D"/>
                </a:solidFill>
              </a:defRPr>
            </a:defPPr>
            <a:lvl1pPr algn="l">
              <a:buNone/>
              <a:defRPr sz="975" b="1">
                <a:solidFill>
                  <a:srgbClr val="D95C3D"/>
                </a:solidFill>
              </a:defRPr>
            </a:lvl1pPr>
            <a:lvl2pPr algn="l">
              <a:buNone/>
              <a:defRPr sz="975" b="1">
                <a:solidFill>
                  <a:srgbClr val="D95C3D"/>
                </a:solidFill>
              </a:defRPr>
            </a:lvl2pPr>
            <a:lvl3pPr algn="l">
              <a:buNone/>
              <a:defRPr sz="975" b="1">
                <a:solidFill>
                  <a:srgbClr val="D95C3D"/>
                </a:solidFill>
              </a:defRPr>
            </a:lvl3pPr>
            <a:lvl4pPr algn="l">
              <a:buNone/>
              <a:defRPr sz="975" b="1">
                <a:solidFill>
                  <a:srgbClr val="D95C3D"/>
                </a:solidFill>
              </a:defRPr>
            </a:lvl4pPr>
            <a:lvl5pPr algn="l">
              <a:buNone/>
              <a:defRPr sz="975" b="1">
                <a:solidFill>
                  <a:srgbClr val="D95C3D"/>
                </a:solidFill>
              </a:defRPr>
            </a:lvl5pPr>
            <a:lvl6pPr algn="l">
              <a:buNone/>
              <a:defRPr sz="975" b="1">
                <a:solidFill>
                  <a:srgbClr val="D95C3D"/>
                </a:solidFill>
              </a:defRPr>
            </a:lvl6pPr>
            <a:lvl7pPr algn="l">
              <a:buNone/>
              <a:defRPr sz="975" b="1">
                <a:solidFill>
                  <a:srgbClr val="D95C3D"/>
                </a:solidFill>
              </a:defRPr>
            </a:lvl7pPr>
            <a:lvl8pPr algn="l">
              <a:buNone/>
              <a:defRPr sz="975" b="1">
                <a:solidFill>
                  <a:srgbClr val="D95C3D"/>
                </a:solidFill>
              </a:defRPr>
            </a:lvl8pPr>
            <a:lvl9pPr algn="l">
              <a:buNone/>
              <a:defRPr sz="975" b="1">
                <a:solidFill>
                  <a:srgbClr val="D95C3D"/>
                </a:solidFill>
              </a:defRPr>
            </a:lvl9pPr>
          </a:lstStyle>
          <a:p xmlns:a="http://schemas.openxmlformats.org/drawingml/2006/main">
            <a:pPr algn="l">
              <a:buNone/>
              <a:defRPr sz="975" b="1">
                <a:solidFill>
                  <a:srgbClr val="D95C3D"/>
                </a:solidFill>
              </a:defRPr>
            </a:pPr>
            <a:r>
              <a:rPr sz="975" b="1">
                <a:solidFill>
                  <a:srgbClr val="D95C3D"/>
                </a:solidFill>
              </a:rPr>
              <a:t>08 · BUSINESS VALUE AND SDG 9</a:t>
            </a:r>
          </a:p>
        </p:txBody>
      </p:sp>
      <p:sp>
        <p:nvSpPr>
          <p:cNvPr id="7" name="">
            <a:extLst xmlns:a="http://schemas.openxmlformats.org/drawingml/2006/main">
              <a:ext uri="{FF2B5EF4-FFF2-40B4-BE49-F238E27FC236}">
                <a16:creationId xmlns:a16="http://schemas.microsoft.com/office/drawing/2014/main" id="{D96091CC-1243-4708-9C7A-785B9895A327}"/>
              </a:ext>
            </a:extLst>
          </p:cNvPr>
          <p:cNvSpPr>
            <a:spLocks xmlns:a="http://schemas.openxmlformats.org/drawingml/2006/main" noGrp="1"/>
          </p:cNvSpPr>
          <p:nvPr/>
        </p:nvSpPr>
        <p:spPr>
          <a:xfrm xmlns:a="http://schemas.openxmlformats.org/drawingml/2006/main">
            <a:off x="647700" y="1000125"/>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17211F"/>
                </a:solidFill>
              </a:defRPr>
            </a:defPPr>
            <a:lvl1pPr algn="l">
              <a:buNone/>
              <a:defRPr sz="2550" b="1">
                <a:solidFill>
                  <a:srgbClr val="17211F"/>
                </a:solidFill>
              </a:defRPr>
            </a:lvl1pPr>
            <a:lvl2pPr algn="l">
              <a:buNone/>
              <a:defRPr sz="2550" b="1">
                <a:solidFill>
                  <a:srgbClr val="17211F"/>
                </a:solidFill>
              </a:defRPr>
            </a:lvl2pPr>
            <a:lvl3pPr algn="l">
              <a:buNone/>
              <a:defRPr sz="2550" b="1">
                <a:solidFill>
                  <a:srgbClr val="17211F"/>
                </a:solidFill>
              </a:defRPr>
            </a:lvl3pPr>
            <a:lvl4pPr algn="l">
              <a:buNone/>
              <a:defRPr sz="2550" b="1">
                <a:solidFill>
                  <a:srgbClr val="17211F"/>
                </a:solidFill>
              </a:defRPr>
            </a:lvl4pPr>
            <a:lvl5pPr algn="l">
              <a:buNone/>
              <a:defRPr sz="2550" b="1">
                <a:solidFill>
                  <a:srgbClr val="17211F"/>
                </a:solidFill>
              </a:defRPr>
            </a:lvl5pPr>
            <a:lvl6pPr algn="l">
              <a:buNone/>
              <a:defRPr sz="2550" b="1">
                <a:solidFill>
                  <a:srgbClr val="17211F"/>
                </a:solidFill>
              </a:defRPr>
            </a:lvl6pPr>
            <a:lvl7pPr algn="l">
              <a:buNone/>
              <a:defRPr sz="2550" b="1">
                <a:solidFill>
                  <a:srgbClr val="17211F"/>
                </a:solidFill>
              </a:defRPr>
            </a:lvl7pPr>
            <a:lvl8pPr algn="l">
              <a:buNone/>
              <a:defRPr sz="2550" b="1">
                <a:solidFill>
                  <a:srgbClr val="17211F"/>
                </a:solidFill>
              </a:defRPr>
            </a:lvl8pPr>
            <a:lvl9pPr algn="l">
              <a:buNone/>
              <a:defRPr sz="2550" b="1">
                <a:solidFill>
                  <a:srgbClr val="17211F"/>
                </a:solidFill>
              </a:defRPr>
            </a:lvl9pPr>
          </a:lstStyle>
          <a:p xmlns:a="http://schemas.openxmlformats.org/drawingml/2006/main">
            <a:pPr algn="l">
              <a:buNone/>
              <a:defRPr sz="2550" b="1">
                <a:solidFill>
                  <a:srgbClr val="17211F"/>
                </a:solidFill>
              </a:defRPr>
            </a:pPr>
            <a:r>
              <a:rPr sz="2550" b="1">
                <a:solidFill>
                  <a:srgbClr val="17211F"/>
                </a:solidFill>
              </a:rPr>
              <a:t>Spend less time chasing updates and tracing batches. Spend more time improving delivery.</a:t>
            </a:r>
          </a:p>
        </p:txBody>
      </p:sp>
      <p:sp>
        <p:nvSpPr>
          <p:cNvPr id="8" name="">
            <a:extLst xmlns:a="http://schemas.openxmlformats.org/drawingml/2006/main">
              <a:ext uri="{FF2B5EF4-FFF2-40B4-BE49-F238E27FC236}">
                <a16:creationId xmlns:a16="http://schemas.microsoft.com/office/drawing/2014/main" id="{C7C66EA7-EE98-4540-9349-9CCFC632C254}"/>
              </a:ext>
            </a:extLst>
          </p:cNvPr>
          <p:cNvSpPr>
            <a:spLocks xmlns:a="http://schemas.openxmlformats.org/drawingml/2006/main" noGrp="1"/>
          </p:cNvSpPr>
          <p:nvPr/>
        </p:nvSpPr>
        <p:spPr>
          <a:xfrm xmlns:a="http://schemas.openxmlformats.org/drawingml/2006/main">
            <a:off x="666750" y="1562100"/>
            <a:ext cx="10715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96560"/>
                </a:solidFill>
              </a:defRPr>
            </a:defPPr>
            <a:lvl1pPr algn="l">
              <a:buNone/>
              <a:defRPr sz="1275" b="0">
                <a:solidFill>
                  <a:srgbClr val="596560"/>
                </a:solidFill>
              </a:defRPr>
            </a:lvl1pPr>
            <a:lvl2pPr algn="l">
              <a:buNone/>
              <a:defRPr sz="1275" b="0">
                <a:solidFill>
                  <a:srgbClr val="596560"/>
                </a:solidFill>
              </a:defRPr>
            </a:lvl2pPr>
            <a:lvl3pPr algn="l">
              <a:buNone/>
              <a:defRPr sz="1275" b="0">
                <a:solidFill>
                  <a:srgbClr val="596560"/>
                </a:solidFill>
              </a:defRPr>
            </a:lvl3pPr>
            <a:lvl4pPr algn="l">
              <a:buNone/>
              <a:defRPr sz="1275" b="0">
                <a:solidFill>
                  <a:srgbClr val="596560"/>
                </a:solidFill>
              </a:defRPr>
            </a:lvl4pPr>
            <a:lvl5pPr algn="l">
              <a:buNone/>
              <a:defRPr sz="1275" b="0">
                <a:solidFill>
                  <a:srgbClr val="596560"/>
                </a:solidFill>
              </a:defRPr>
            </a:lvl5pPr>
            <a:lvl6pPr algn="l">
              <a:buNone/>
              <a:defRPr sz="1275" b="0">
                <a:solidFill>
                  <a:srgbClr val="596560"/>
                </a:solidFill>
              </a:defRPr>
            </a:lvl6pPr>
            <a:lvl7pPr algn="l">
              <a:buNone/>
              <a:defRPr sz="1275" b="0">
                <a:solidFill>
                  <a:srgbClr val="596560"/>
                </a:solidFill>
              </a:defRPr>
            </a:lvl7pPr>
            <a:lvl8pPr algn="l">
              <a:buNone/>
              <a:defRPr sz="1275" b="0">
                <a:solidFill>
                  <a:srgbClr val="596560"/>
                </a:solidFill>
              </a:defRPr>
            </a:lvl8pPr>
            <a:lvl9pPr algn="l">
              <a:buNone/>
              <a:defRPr sz="1275" b="0">
                <a:solidFill>
                  <a:srgbClr val="596560"/>
                </a:solidFill>
              </a:defRPr>
            </a:lvl9pPr>
          </a:lstStyle>
          <a:p xmlns:a="http://schemas.openxmlformats.org/drawingml/2006/main">
            <a:pPr algn="l">
              <a:buNone/>
              <a:defRPr sz="1275" b="0">
                <a:solidFill>
                  <a:srgbClr val="596560"/>
                </a:solidFill>
              </a:defRPr>
            </a:pPr>
            <a:r>
              <a:rPr sz="1275" b="0">
                <a:solidFill>
                  <a:srgbClr val="596560"/>
                </a:solidFill>
              </a:rPr>
              <a:t>We do not claim savings we have not measured. A pilot should establish the baseline and track change.</a:t>
            </a:r>
          </a:p>
        </p:txBody>
      </p:sp>
      <p:sp>
        <p:nvSpPr>
          <p:cNvPr id="9" name="">
            <a:extLst xmlns:a="http://schemas.openxmlformats.org/drawingml/2006/main">
              <a:ext uri="{FF2B5EF4-FFF2-40B4-BE49-F238E27FC236}">
                <a16:creationId xmlns:a16="http://schemas.microsoft.com/office/drawing/2014/main" id="{F994CDF0-E416-46A0-842C-C504902E9DC9}"/>
              </a:ext>
            </a:extLst>
          </p:cNvPr>
          <p:cNvSpPr>
            <a:spLocks xmlns:a="http://schemas.openxmlformats.org/drawingml/2006/main" noGrp="1"/>
          </p:cNvSpPr>
          <p:nvPr/>
        </p:nvSpPr>
        <p:spPr>
          <a:xfrm xmlns:a="http://schemas.openxmlformats.org/drawingml/2006/main">
            <a:off x="666750" y="6477000"/>
            <a:ext cx="10858500" cy="9525"/>
          </a:xfrm>
          <a:prstGeom xmlns:a="http://schemas.openxmlformats.org/drawingml/2006/main" prst="rect">
            <a:avLst/>
          </a:prstGeom>
          <a:solidFill xmlns:a="http://schemas.openxmlformats.org/drawingml/2006/main">
            <a:srgbClr val="D8D3C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6ACE174-50A7-4D44-BD9D-EFB0D5D57C30}"/>
              </a:ext>
            </a:extLst>
          </p:cNvPr>
          <p:cNvSpPr>
            <a:spLocks xmlns:a="http://schemas.openxmlformats.org/drawingml/2006/main" noGrp="1"/>
          </p:cNvSpPr>
          <p:nvPr/>
        </p:nvSpPr>
        <p:spPr>
          <a:xfrm xmlns:a="http://schemas.openxmlformats.org/drawingml/2006/main">
            <a:off x="666750" y="651510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96560"/>
                </a:solidFill>
              </a:defRPr>
            </a:defPPr>
            <a:lvl1pPr algn="l">
              <a:buNone/>
              <a:defRPr sz="1125" b="1">
                <a:solidFill>
                  <a:srgbClr val="596560"/>
                </a:solidFill>
              </a:defRPr>
            </a:lvl1pPr>
            <a:lvl2pPr algn="l">
              <a:buNone/>
              <a:defRPr sz="1125" b="1">
                <a:solidFill>
                  <a:srgbClr val="596560"/>
                </a:solidFill>
              </a:defRPr>
            </a:lvl2pPr>
            <a:lvl3pPr algn="l">
              <a:buNone/>
              <a:defRPr sz="1125" b="1">
                <a:solidFill>
                  <a:srgbClr val="596560"/>
                </a:solidFill>
              </a:defRPr>
            </a:lvl3pPr>
            <a:lvl4pPr algn="l">
              <a:buNone/>
              <a:defRPr sz="1125" b="1">
                <a:solidFill>
                  <a:srgbClr val="596560"/>
                </a:solidFill>
              </a:defRPr>
            </a:lvl4pPr>
            <a:lvl5pPr algn="l">
              <a:buNone/>
              <a:defRPr sz="1125" b="1">
                <a:solidFill>
                  <a:srgbClr val="596560"/>
                </a:solidFill>
              </a:defRPr>
            </a:lvl5pPr>
            <a:lvl6pPr algn="l">
              <a:buNone/>
              <a:defRPr sz="1125" b="1">
                <a:solidFill>
                  <a:srgbClr val="596560"/>
                </a:solidFill>
              </a:defRPr>
            </a:lvl6pPr>
            <a:lvl7pPr algn="l">
              <a:buNone/>
              <a:defRPr sz="1125" b="1">
                <a:solidFill>
                  <a:srgbClr val="596560"/>
                </a:solidFill>
              </a:defRPr>
            </a:lvl7pPr>
            <a:lvl8pPr algn="l">
              <a:buNone/>
              <a:defRPr sz="1125" b="1">
                <a:solidFill>
                  <a:srgbClr val="596560"/>
                </a:solidFill>
              </a:defRPr>
            </a:lvl8pPr>
            <a:lvl9pPr algn="l">
              <a:buNone/>
              <a:defRPr sz="1125" b="1">
                <a:solidFill>
                  <a:srgbClr val="596560"/>
                </a:solidFill>
              </a:defRPr>
            </a:lvl9pPr>
          </a:lstStyle>
          <a:p xmlns:a="http://schemas.openxmlformats.org/drawingml/2006/main">
            <a:pPr algn="l">
              <a:buNone/>
              <a:defRPr sz="1125" b="1">
                <a:solidFill>
                  <a:srgbClr val="596560"/>
                </a:solidFill>
              </a:defRPr>
            </a:pPr>
            <a:r>
              <a:rPr sz="1125" b="1">
                <a:solidFill>
                  <a:srgbClr val="596560"/>
                </a:solidFill>
              </a:rPr>
              <a:t>Team: Debug The World</a:t>
            </a:r>
          </a:p>
        </p:txBody>
      </p:sp>
      <p:sp>
        <p:nvSpPr>
          <p:cNvPr id="11" name="">
            <a:extLst xmlns:a="http://schemas.openxmlformats.org/drawingml/2006/main">
              <a:ext uri="{FF2B5EF4-FFF2-40B4-BE49-F238E27FC236}">
                <a16:creationId xmlns:a16="http://schemas.microsoft.com/office/drawing/2014/main" id="{E8F087C7-EB20-459D-8B1E-82A5315D695C}"/>
              </a:ext>
            </a:extLst>
          </p:cNvPr>
          <p:cNvSpPr>
            <a:spLocks xmlns:a="http://schemas.openxmlformats.org/drawingml/2006/main" noGrp="1"/>
          </p:cNvSpPr>
          <p:nvPr/>
        </p:nvSpPr>
        <p:spPr>
          <a:xfrm xmlns:a="http://schemas.openxmlformats.org/drawingml/2006/main">
            <a:off x="11163300" y="6543675"/>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1">
                <a:solidFill>
                  <a:srgbClr val="596560"/>
                </a:solidFill>
              </a:defRPr>
            </a:defPPr>
            <a:lvl1pPr algn="r">
              <a:buNone/>
              <a:defRPr sz="900" b="1">
                <a:solidFill>
                  <a:srgbClr val="596560"/>
                </a:solidFill>
              </a:defRPr>
            </a:lvl1pPr>
            <a:lvl2pPr algn="r">
              <a:buNone/>
              <a:defRPr sz="900" b="1">
                <a:solidFill>
                  <a:srgbClr val="596560"/>
                </a:solidFill>
              </a:defRPr>
            </a:lvl2pPr>
            <a:lvl3pPr algn="r">
              <a:buNone/>
              <a:defRPr sz="900" b="1">
                <a:solidFill>
                  <a:srgbClr val="596560"/>
                </a:solidFill>
              </a:defRPr>
            </a:lvl3pPr>
            <a:lvl4pPr algn="r">
              <a:buNone/>
              <a:defRPr sz="900" b="1">
                <a:solidFill>
                  <a:srgbClr val="596560"/>
                </a:solidFill>
              </a:defRPr>
            </a:lvl4pPr>
            <a:lvl5pPr algn="r">
              <a:buNone/>
              <a:defRPr sz="900" b="1">
                <a:solidFill>
                  <a:srgbClr val="596560"/>
                </a:solidFill>
              </a:defRPr>
            </a:lvl5pPr>
            <a:lvl6pPr algn="r">
              <a:buNone/>
              <a:defRPr sz="900" b="1">
                <a:solidFill>
                  <a:srgbClr val="596560"/>
                </a:solidFill>
              </a:defRPr>
            </a:lvl6pPr>
            <a:lvl7pPr algn="r">
              <a:buNone/>
              <a:defRPr sz="900" b="1">
                <a:solidFill>
                  <a:srgbClr val="596560"/>
                </a:solidFill>
              </a:defRPr>
            </a:lvl7pPr>
            <a:lvl8pPr algn="r">
              <a:buNone/>
              <a:defRPr sz="900" b="1">
                <a:solidFill>
                  <a:srgbClr val="596560"/>
                </a:solidFill>
              </a:defRPr>
            </a:lvl8pPr>
            <a:lvl9pPr algn="r">
              <a:buNone/>
              <a:defRPr sz="900" b="1">
                <a:solidFill>
                  <a:srgbClr val="596560"/>
                </a:solidFill>
              </a:defRPr>
            </a:lvl9pPr>
          </a:lstStyle>
          <a:p xmlns:a="http://schemas.openxmlformats.org/drawingml/2006/main">
            <a:pPr algn="r">
              <a:buNone/>
              <a:defRPr sz="900" b="1">
                <a:solidFill>
                  <a:srgbClr val="596560"/>
                </a:solidFill>
              </a:defRPr>
            </a:pPr>
            <a:r>
              <a:rPr sz="900" b="1">
                <a:solidFill>
                  <a:srgbClr val="596560"/>
                </a:solidFill>
              </a:rPr>
              <a:t>10</a:t>
            </a:r>
          </a:p>
        </p:txBody>
      </p:sp>
      <p:sp>
        <p:nvSpPr>
          <p:cNvPr id="12" name="">
            <a:extLst xmlns:a="http://schemas.openxmlformats.org/drawingml/2006/main">
              <a:ext uri="{FF2B5EF4-FFF2-40B4-BE49-F238E27FC236}">
                <a16:creationId xmlns:a16="http://schemas.microsoft.com/office/drawing/2014/main" id="{B22F921D-EF5A-40BC-8FFB-E8FBBA95750B}"/>
              </a:ext>
            </a:extLst>
          </p:cNvPr>
          <p:cNvSpPr>
            <a:spLocks xmlns:a="http://schemas.openxmlformats.org/drawingml/2006/main" noGrp="1"/>
          </p:cNvSpPr>
          <p:nvPr/>
        </p:nvSpPr>
        <p:spPr>
          <a:xfrm xmlns:a="http://schemas.openxmlformats.org/drawingml/2006/main">
            <a:off x="666750" y="2247900"/>
            <a:ext cx="34290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D95C3D"/>
                </a:solidFill>
              </a:defRPr>
            </a:defPPr>
            <a:lvl1pPr algn="l">
              <a:buNone/>
              <a:defRPr sz="1500" b="1">
                <a:solidFill>
                  <a:srgbClr val="D95C3D"/>
                </a:solidFill>
              </a:defRPr>
            </a:lvl1pPr>
            <a:lvl2pPr algn="l">
              <a:buNone/>
              <a:defRPr sz="1500" b="1">
                <a:solidFill>
                  <a:srgbClr val="D95C3D"/>
                </a:solidFill>
              </a:defRPr>
            </a:lvl2pPr>
            <a:lvl3pPr algn="l">
              <a:buNone/>
              <a:defRPr sz="1500" b="1">
                <a:solidFill>
                  <a:srgbClr val="D95C3D"/>
                </a:solidFill>
              </a:defRPr>
            </a:lvl3pPr>
            <a:lvl4pPr algn="l">
              <a:buNone/>
              <a:defRPr sz="1500" b="1">
                <a:solidFill>
                  <a:srgbClr val="D95C3D"/>
                </a:solidFill>
              </a:defRPr>
            </a:lvl4pPr>
            <a:lvl5pPr algn="l">
              <a:buNone/>
              <a:defRPr sz="1500" b="1">
                <a:solidFill>
                  <a:srgbClr val="D95C3D"/>
                </a:solidFill>
              </a:defRPr>
            </a:lvl5pPr>
            <a:lvl6pPr algn="l">
              <a:buNone/>
              <a:defRPr sz="1500" b="1">
                <a:solidFill>
                  <a:srgbClr val="D95C3D"/>
                </a:solidFill>
              </a:defRPr>
            </a:lvl6pPr>
            <a:lvl7pPr algn="l">
              <a:buNone/>
              <a:defRPr sz="1500" b="1">
                <a:solidFill>
                  <a:srgbClr val="D95C3D"/>
                </a:solidFill>
              </a:defRPr>
            </a:lvl7pPr>
            <a:lvl8pPr algn="l">
              <a:buNone/>
              <a:defRPr sz="1500" b="1">
                <a:solidFill>
                  <a:srgbClr val="D95C3D"/>
                </a:solidFill>
              </a:defRPr>
            </a:lvl8pPr>
            <a:lvl9pPr algn="l">
              <a:buNone/>
              <a:defRPr sz="1500" b="1">
                <a:solidFill>
                  <a:srgbClr val="D95C3D"/>
                </a:solidFill>
              </a:defRPr>
            </a:lvl9pPr>
          </a:lstStyle>
          <a:p xmlns:a="http://schemas.openxmlformats.org/drawingml/2006/main">
            <a:pPr algn="l">
              <a:buNone/>
              <a:defRPr sz="1500" b="1">
                <a:solidFill>
                  <a:srgbClr val="D95C3D"/>
                </a:solidFill>
              </a:defRPr>
            </a:pPr>
            <a:r>
              <a:rPr sz="1500" b="1">
                <a:solidFill>
                  <a:srgbClr val="D95C3D"/>
                </a:solidFill>
              </a:rPr>
              <a:t>Today’s cost</a:t>
            </a:r>
          </a:p>
        </p:txBody>
      </p:sp>
      <p:sp>
        <p:nvSpPr>
          <p:cNvPr id="13" name="">
            <a:extLst xmlns:a="http://schemas.openxmlformats.org/drawingml/2006/main">
              <a:ext uri="{FF2B5EF4-FFF2-40B4-BE49-F238E27FC236}">
                <a16:creationId xmlns:a16="http://schemas.microsoft.com/office/drawing/2014/main" id="{CEE0D54B-00E0-4C97-928A-0FFE18C35643}"/>
              </a:ext>
            </a:extLst>
          </p:cNvPr>
          <p:cNvSpPr>
            <a:spLocks xmlns:a="http://schemas.openxmlformats.org/drawingml/2006/main" noGrp="1"/>
          </p:cNvSpPr>
          <p:nvPr/>
        </p:nvSpPr>
        <p:spPr>
          <a:xfrm xmlns:a="http://schemas.openxmlformats.org/drawingml/2006/main">
            <a:off x="666750" y="2676525"/>
            <a:ext cx="3333750" cy="9525"/>
          </a:xfrm>
          <a:prstGeom xmlns:a="http://schemas.openxmlformats.org/drawingml/2006/main" prst="rect">
            <a:avLst/>
          </a:prstGeom>
          <a:solidFill xmlns:a="http://schemas.openxmlformats.org/drawingml/2006/main">
            <a:srgbClr val="D8D3C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6FC38E6-FCA6-4990-96BD-D184CC56A1A0}"/>
              </a:ext>
            </a:extLst>
          </p:cNvPr>
          <p:cNvSpPr>
            <a:spLocks xmlns:a="http://schemas.openxmlformats.org/drawingml/2006/main" noGrp="1"/>
          </p:cNvSpPr>
          <p:nvPr/>
        </p:nvSpPr>
        <p:spPr>
          <a:xfrm xmlns:a="http://schemas.openxmlformats.org/drawingml/2006/main">
            <a:off x="666750" y="2857500"/>
            <a:ext cx="33337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11F"/>
                </a:solidFill>
              </a:defRPr>
            </a:defPPr>
            <a:lvl1pPr algn="l">
              <a:buNone/>
              <a:defRPr sz="1350" b="0">
                <a:solidFill>
                  <a:srgbClr val="17211F"/>
                </a:solidFill>
              </a:defRPr>
            </a:lvl1pPr>
            <a:lvl2pPr algn="l">
              <a:buNone/>
              <a:defRPr sz="1350" b="0">
                <a:solidFill>
                  <a:srgbClr val="17211F"/>
                </a:solidFill>
              </a:defRPr>
            </a:lvl2pPr>
            <a:lvl3pPr algn="l">
              <a:buNone/>
              <a:defRPr sz="1350" b="0">
                <a:solidFill>
                  <a:srgbClr val="17211F"/>
                </a:solidFill>
              </a:defRPr>
            </a:lvl3pPr>
            <a:lvl4pPr algn="l">
              <a:buNone/>
              <a:defRPr sz="1350" b="0">
                <a:solidFill>
                  <a:srgbClr val="17211F"/>
                </a:solidFill>
              </a:defRPr>
            </a:lvl4pPr>
            <a:lvl5pPr algn="l">
              <a:buNone/>
              <a:defRPr sz="1350" b="0">
                <a:solidFill>
                  <a:srgbClr val="17211F"/>
                </a:solidFill>
              </a:defRPr>
            </a:lvl5pPr>
            <a:lvl6pPr algn="l">
              <a:buNone/>
              <a:defRPr sz="1350" b="0">
                <a:solidFill>
                  <a:srgbClr val="17211F"/>
                </a:solidFill>
              </a:defRPr>
            </a:lvl6pPr>
            <a:lvl7pPr algn="l">
              <a:buNone/>
              <a:defRPr sz="1350" b="0">
                <a:solidFill>
                  <a:srgbClr val="17211F"/>
                </a:solidFill>
              </a:defRPr>
            </a:lvl7pPr>
            <a:lvl8pPr algn="l">
              <a:buNone/>
              <a:defRPr sz="1350" b="0">
                <a:solidFill>
                  <a:srgbClr val="17211F"/>
                </a:solidFill>
              </a:defRPr>
            </a:lvl8pPr>
            <a:lvl9pPr algn="l">
              <a:buNone/>
              <a:defRPr sz="1350" b="0">
                <a:solidFill>
                  <a:srgbClr val="17211F"/>
                </a:solidFill>
              </a:defRPr>
            </a:lvl9pPr>
          </a:lstStyle>
          <a:p xmlns:a="http://schemas.openxmlformats.org/drawingml/2006/main">
            <a:pPr algn="l">
              <a:buNone/>
              <a:defRPr sz="1350" b="0">
                <a:solidFill>
                  <a:srgbClr val="17211F"/>
                </a:solidFill>
              </a:defRPr>
            </a:pPr>
            <a:r>
              <a:rPr sz="1350" b="0">
                <a:solidFill>
                  <a:srgbClr val="17211F"/>
                </a:solidFill>
              </a:rPr>
              <a:t>Ask several people for order status</a:t>
            </a:r>
          </a:p>
          <a:p xmlns:a="http://schemas.openxmlformats.org/drawingml/2006/main">
            <a:pPr algn="l">
              <a:buNone/>
              <a:defRPr sz="1350" b="0">
                <a:solidFill>
                  <a:srgbClr val="17211F"/>
                </a:solidFill>
              </a:defRPr>
            </a:pPr>
            <a:r>
              <a:rPr sz="1350" b="0">
                <a:solidFill>
                  <a:srgbClr val="17211F"/>
                </a:solidFill>
              </a:rPr>
              <a:t>Search records by hand for a batch</a:t>
            </a:r>
          </a:p>
          <a:p xmlns:a="http://schemas.openxmlformats.org/drawingml/2006/main">
            <a:pPr algn="l">
              <a:buNone/>
              <a:defRPr sz="1350" b="0">
                <a:solidFill>
                  <a:srgbClr val="17211F"/>
                </a:solidFill>
              </a:defRPr>
            </a:pPr>
            <a:r>
              <a:rPr sz="1350" b="0">
                <a:solidFill>
                  <a:srgbClr val="17211F"/>
                </a:solidFill>
              </a:rPr>
              <a:t>Reconstruct the cause and response</a:t>
            </a:r>
          </a:p>
        </p:txBody>
      </p:sp>
      <p:sp>
        <p:nvSpPr>
          <p:cNvPr id="15" name="">
            <a:extLst xmlns:a="http://schemas.openxmlformats.org/drawingml/2006/main">
              <a:ext uri="{FF2B5EF4-FFF2-40B4-BE49-F238E27FC236}">
                <a16:creationId xmlns:a16="http://schemas.microsoft.com/office/drawing/2014/main" id="{3B2E0697-1740-4215-A7AB-225519867605}"/>
              </a:ext>
            </a:extLst>
          </p:cNvPr>
          <p:cNvSpPr>
            <a:spLocks xmlns:a="http://schemas.openxmlformats.org/drawingml/2006/main" noGrp="1"/>
          </p:cNvSpPr>
          <p:nvPr/>
        </p:nvSpPr>
        <p:spPr>
          <a:xfrm xmlns:a="http://schemas.openxmlformats.org/drawingml/2006/main">
            <a:off x="4476750" y="2247900"/>
            <a:ext cx="34290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597A65"/>
                </a:solidFill>
              </a:defRPr>
            </a:defPPr>
            <a:lvl1pPr algn="l">
              <a:buNone/>
              <a:defRPr sz="1500" b="1">
                <a:solidFill>
                  <a:srgbClr val="597A65"/>
                </a:solidFill>
              </a:defRPr>
            </a:lvl1pPr>
            <a:lvl2pPr algn="l">
              <a:buNone/>
              <a:defRPr sz="1500" b="1">
                <a:solidFill>
                  <a:srgbClr val="597A65"/>
                </a:solidFill>
              </a:defRPr>
            </a:lvl2pPr>
            <a:lvl3pPr algn="l">
              <a:buNone/>
              <a:defRPr sz="1500" b="1">
                <a:solidFill>
                  <a:srgbClr val="597A65"/>
                </a:solidFill>
              </a:defRPr>
            </a:lvl3pPr>
            <a:lvl4pPr algn="l">
              <a:buNone/>
              <a:defRPr sz="1500" b="1">
                <a:solidFill>
                  <a:srgbClr val="597A65"/>
                </a:solidFill>
              </a:defRPr>
            </a:lvl4pPr>
            <a:lvl5pPr algn="l">
              <a:buNone/>
              <a:defRPr sz="1500" b="1">
                <a:solidFill>
                  <a:srgbClr val="597A65"/>
                </a:solidFill>
              </a:defRPr>
            </a:lvl5pPr>
            <a:lvl6pPr algn="l">
              <a:buNone/>
              <a:defRPr sz="1500" b="1">
                <a:solidFill>
                  <a:srgbClr val="597A65"/>
                </a:solidFill>
              </a:defRPr>
            </a:lvl6pPr>
            <a:lvl7pPr algn="l">
              <a:buNone/>
              <a:defRPr sz="1500" b="1">
                <a:solidFill>
                  <a:srgbClr val="597A65"/>
                </a:solidFill>
              </a:defRPr>
            </a:lvl7pPr>
            <a:lvl8pPr algn="l">
              <a:buNone/>
              <a:defRPr sz="1500" b="1">
                <a:solidFill>
                  <a:srgbClr val="597A65"/>
                </a:solidFill>
              </a:defRPr>
            </a:lvl8pPr>
            <a:lvl9pPr algn="l">
              <a:buNone/>
              <a:defRPr sz="1500" b="1">
                <a:solidFill>
                  <a:srgbClr val="597A65"/>
                </a:solidFill>
              </a:defRPr>
            </a:lvl9pPr>
          </a:lstStyle>
          <a:p xmlns:a="http://schemas.openxmlformats.org/drawingml/2006/main">
            <a:pPr algn="l">
              <a:buNone/>
              <a:defRPr sz="1500" b="1">
                <a:solidFill>
                  <a:srgbClr val="597A65"/>
                </a:solidFill>
              </a:defRPr>
            </a:pPr>
            <a:r>
              <a:rPr sz="1500" b="1">
                <a:solidFill>
                  <a:srgbClr val="597A65"/>
                </a:solidFill>
              </a:rPr>
              <a:t>ForgeFlow’s path</a:t>
            </a:r>
          </a:p>
        </p:txBody>
      </p:sp>
      <p:sp>
        <p:nvSpPr>
          <p:cNvPr id="16" name="">
            <a:extLst xmlns:a="http://schemas.openxmlformats.org/drawingml/2006/main">
              <a:ext uri="{FF2B5EF4-FFF2-40B4-BE49-F238E27FC236}">
                <a16:creationId xmlns:a16="http://schemas.microsoft.com/office/drawing/2014/main" id="{CBA9524C-265C-4BB1-9FB3-57AE18B953A2}"/>
              </a:ext>
            </a:extLst>
          </p:cNvPr>
          <p:cNvSpPr>
            <a:spLocks xmlns:a="http://schemas.openxmlformats.org/drawingml/2006/main" noGrp="1"/>
          </p:cNvSpPr>
          <p:nvPr/>
        </p:nvSpPr>
        <p:spPr>
          <a:xfrm xmlns:a="http://schemas.openxmlformats.org/drawingml/2006/main">
            <a:off x="4476750" y="2676525"/>
            <a:ext cx="3333750" cy="9525"/>
          </a:xfrm>
          <a:prstGeom xmlns:a="http://schemas.openxmlformats.org/drawingml/2006/main" prst="rect">
            <a:avLst/>
          </a:prstGeom>
          <a:solidFill xmlns:a="http://schemas.openxmlformats.org/drawingml/2006/main">
            <a:srgbClr val="D8D3C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BB286C3-D5B5-4D9C-A4BE-2F21734AA9D1}"/>
              </a:ext>
            </a:extLst>
          </p:cNvPr>
          <p:cNvSpPr>
            <a:spLocks xmlns:a="http://schemas.openxmlformats.org/drawingml/2006/main" noGrp="1"/>
          </p:cNvSpPr>
          <p:nvPr/>
        </p:nvSpPr>
        <p:spPr>
          <a:xfrm xmlns:a="http://schemas.openxmlformats.org/drawingml/2006/main">
            <a:off x="4476750" y="2857500"/>
            <a:ext cx="33337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11F"/>
                </a:solidFill>
              </a:defRPr>
            </a:defPPr>
            <a:lvl1pPr algn="l">
              <a:buNone/>
              <a:defRPr sz="1350" b="0">
                <a:solidFill>
                  <a:srgbClr val="17211F"/>
                </a:solidFill>
              </a:defRPr>
            </a:lvl1pPr>
            <a:lvl2pPr algn="l">
              <a:buNone/>
              <a:defRPr sz="1350" b="0">
                <a:solidFill>
                  <a:srgbClr val="17211F"/>
                </a:solidFill>
              </a:defRPr>
            </a:lvl2pPr>
            <a:lvl3pPr algn="l">
              <a:buNone/>
              <a:defRPr sz="1350" b="0">
                <a:solidFill>
                  <a:srgbClr val="17211F"/>
                </a:solidFill>
              </a:defRPr>
            </a:lvl3pPr>
            <a:lvl4pPr algn="l">
              <a:buNone/>
              <a:defRPr sz="1350" b="0">
                <a:solidFill>
                  <a:srgbClr val="17211F"/>
                </a:solidFill>
              </a:defRPr>
            </a:lvl4pPr>
            <a:lvl5pPr algn="l">
              <a:buNone/>
              <a:defRPr sz="1350" b="0">
                <a:solidFill>
                  <a:srgbClr val="17211F"/>
                </a:solidFill>
              </a:defRPr>
            </a:lvl5pPr>
            <a:lvl6pPr algn="l">
              <a:buNone/>
              <a:defRPr sz="1350" b="0">
                <a:solidFill>
                  <a:srgbClr val="17211F"/>
                </a:solidFill>
              </a:defRPr>
            </a:lvl6pPr>
            <a:lvl7pPr algn="l">
              <a:buNone/>
              <a:defRPr sz="1350" b="0">
                <a:solidFill>
                  <a:srgbClr val="17211F"/>
                </a:solidFill>
              </a:defRPr>
            </a:lvl7pPr>
            <a:lvl8pPr algn="l">
              <a:buNone/>
              <a:defRPr sz="1350" b="0">
                <a:solidFill>
                  <a:srgbClr val="17211F"/>
                </a:solidFill>
              </a:defRPr>
            </a:lvl8pPr>
            <a:lvl9pPr algn="l">
              <a:buNone/>
              <a:defRPr sz="1350" b="0">
                <a:solidFill>
                  <a:srgbClr val="17211F"/>
                </a:solidFill>
              </a:defRPr>
            </a:lvl9pPr>
          </a:lstStyle>
          <a:p xmlns:a="http://schemas.openxmlformats.org/drawingml/2006/main">
            <a:pPr algn="l">
              <a:buNone/>
              <a:defRPr sz="1350" b="0">
                <a:solidFill>
                  <a:srgbClr val="17211F"/>
                </a:solidFill>
              </a:defRPr>
            </a:pPr>
            <a:r>
              <a:rPr sz="1350" b="0">
                <a:solidFill>
                  <a:srgbClr val="17211F"/>
                </a:solidFill>
              </a:rPr>
              <a:t>Share order status with the customer</a:t>
            </a:r>
          </a:p>
          <a:p xmlns:a="http://schemas.openxmlformats.org/drawingml/2006/main">
            <a:pPr algn="l">
              <a:buNone/>
              <a:defRPr sz="1350" b="0">
                <a:solidFill>
                  <a:srgbClr val="17211F"/>
                </a:solidFill>
              </a:defRPr>
            </a:pPr>
            <a:r>
              <a:rPr sz="1350" b="0">
                <a:solidFill>
                  <a:srgbClr val="17211F"/>
                </a:solidFill>
              </a:rPr>
              <a:t>Link batch, stage and inspection history</a:t>
            </a:r>
          </a:p>
          <a:p xmlns:a="http://schemas.openxmlformats.org/drawingml/2006/main">
            <a:pPr algn="l">
              <a:buNone/>
              <a:defRPr sz="1350" b="0">
                <a:solidFill>
                  <a:srgbClr val="17211F"/>
                </a:solidFill>
              </a:defRPr>
            </a:pPr>
            <a:r>
              <a:rPr sz="1350" b="0">
                <a:solidFill>
                  <a:srgbClr val="17211F"/>
                </a:solidFill>
              </a:rPr>
              <a:t>Keep unresolved holds visible</a:t>
            </a:r>
          </a:p>
        </p:txBody>
      </p:sp>
      <p:sp>
        <p:nvSpPr>
          <p:cNvPr id="18" name="">
            <a:extLst xmlns:a="http://schemas.openxmlformats.org/drawingml/2006/main">
              <a:ext uri="{FF2B5EF4-FFF2-40B4-BE49-F238E27FC236}">
                <a16:creationId xmlns:a16="http://schemas.microsoft.com/office/drawing/2014/main" id="{9B73A309-42EE-4BCE-B70C-6BE2BAE8A4C9}"/>
              </a:ext>
            </a:extLst>
          </p:cNvPr>
          <p:cNvSpPr>
            <a:spLocks xmlns:a="http://schemas.openxmlformats.org/drawingml/2006/main" noGrp="1"/>
          </p:cNvSpPr>
          <p:nvPr/>
        </p:nvSpPr>
        <p:spPr>
          <a:xfrm xmlns:a="http://schemas.openxmlformats.org/drawingml/2006/main">
            <a:off x="8286750" y="2247900"/>
            <a:ext cx="34290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D95C3D"/>
                </a:solidFill>
              </a:defRPr>
            </a:defPPr>
            <a:lvl1pPr algn="l">
              <a:buNone/>
              <a:defRPr sz="1500" b="1">
                <a:solidFill>
                  <a:srgbClr val="D95C3D"/>
                </a:solidFill>
              </a:defRPr>
            </a:lvl1pPr>
            <a:lvl2pPr algn="l">
              <a:buNone/>
              <a:defRPr sz="1500" b="1">
                <a:solidFill>
                  <a:srgbClr val="D95C3D"/>
                </a:solidFill>
              </a:defRPr>
            </a:lvl2pPr>
            <a:lvl3pPr algn="l">
              <a:buNone/>
              <a:defRPr sz="1500" b="1">
                <a:solidFill>
                  <a:srgbClr val="D95C3D"/>
                </a:solidFill>
              </a:defRPr>
            </a:lvl3pPr>
            <a:lvl4pPr algn="l">
              <a:buNone/>
              <a:defRPr sz="1500" b="1">
                <a:solidFill>
                  <a:srgbClr val="D95C3D"/>
                </a:solidFill>
              </a:defRPr>
            </a:lvl4pPr>
            <a:lvl5pPr algn="l">
              <a:buNone/>
              <a:defRPr sz="1500" b="1">
                <a:solidFill>
                  <a:srgbClr val="D95C3D"/>
                </a:solidFill>
              </a:defRPr>
            </a:lvl5pPr>
            <a:lvl6pPr algn="l">
              <a:buNone/>
              <a:defRPr sz="1500" b="1">
                <a:solidFill>
                  <a:srgbClr val="D95C3D"/>
                </a:solidFill>
              </a:defRPr>
            </a:lvl6pPr>
            <a:lvl7pPr algn="l">
              <a:buNone/>
              <a:defRPr sz="1500" b="1">
                <a:solidFill>
                  <a:srgbClr val="D95C3D"/>
                </a:solidFill>
              </a:defRPr>
            </a:lvl7pPr>
            <a:lvl8pPr algn="l">
              <a:buNone/>
              <a:defRPr sz="1500" b="1">
                <a:solidFill>
                  <a:srgbClr val="D95C3D"/>
                </a:solidFill>
              </a:defRPr>
            </a:lvl8pPr>
            <a:lvl9pPr algn="l">
              <a:buNone/>
              <a:defRPr sz="1500" b="1">
                <a:solidFill>
                  <a:srgbClr val="D95C3D"/>
                </a:solidFill>
              </a:defRPr>
            </a:lvl9pPr>
          </a:lstStyle>
          <a:p xmlns:a="http://schemas.openxmlformats.org/drawingml/2006/main">
            <a:pPr algn="l">
              <a:buNone/>
              <a:defRPr sz="1500" b="1">
                <a:solidFill>
                  <a:srgbClr val="D95C3D"/>
                </a:solidFill>
              </a:defRPr>
            </a:pPr>
            <a:r>
              <a:rPr sz="1500" b="1">
                <a:solidFill>
                  <a:srgbClr val="D95C3D"/>
                </a:solidFill>
              </a:rPr>
              <a:t>What a pilot should measure</a:t>
            </a:r>
          </a:p>
        </p:txBody>
      </p:sp>
      <p:sp>
        <p:nvSpPr>
          <p:cNvPr id="19" name="">
            <a:extLst xmlns:a="http://schemas.openxmlformats.org/drawingml/2006/main">
              <a:ext uri="{FF2B5EF4-FFF2-40B4-BE49-F238E27FC236}">
                <a16:creationId xmlns:a16="http://schemas.microsoft.com/office/drawing/2014/main" id="{3CBAB6E6-8CF8-4600-93D4-3FCD8D98B883}"/>
              </a:ext>
            </a:extLst>
          </p:cNvPr>
          <p:cNvSpPr>
            <a:spLocks xmlns:a="http://schemas.openxmlformats.org/drawingml/2006/main" noGrp="1"/>
          </p:cNvSpPr>
          <p:nvPr/>
        </p:nvSpPr>
        <p:spPr>
          <a:xfrm xmlns:a="http://schemas.openxmlformats.org/drawingml/2006/main">
            <a:off x="8286750" y="2676525"/>
            <a:ext cx="3333750" cy="9525"/>
          </a:xfrm>
          <a:prstGeom xmlns:a="http://schemas.openxmlformats.org/drawingml/2006/main" prst="rect">
            <a:avLst/>
          </a:prstGeom>
          <a:solidFill xmlns:a="http://schemas.openxmlformats.org/drawingml/2006/main">
            <a:srgbClr val="D8D3C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55278EB-239E-44F0-8555-AE132BE73235}"/>
              </a:ext>
            </a:extLst>
          </p:cNvPr>
          <p:cNvSpPr>
            <a:spLocks xmlns:a="http://schemas.openxmlformats.org/drawingml/2006/main" noGrp="1"/>
          </p:cNvSpPr>
          <p:nvPr/>
        </p:nvSpPr>
        <p:spPr>
          <a:xfrm xmlns:a="http://schemas.openxmlformats.org/drawingml/2006/main">
            <a:off x="8286750" y="2857500"/>
            <a:ext cx="33337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11F"/>
                </a:solidFill>
              </a:defRPr>
            </a:defPPr>
            <a:lvl1pPr algn="l">
              <a:buNone/>
              <a:defRPr sz="1350" b="0">
                <a:solidFill>
                  <a:srgbClr val="17211F"/>
                </a:solidFill>
              </a:defRPr>
            </a:lvl1pPr>
            <a:lvl2pPr algn="l">
              <a:buNone/>
              <a:defRPr sz="1350" b="0">
                <a:solidFill>
                  <a:srgbClr val="17211F"/>
                </a:solidFill>
              </a:defRPr>
            </a:lvl2pPr>
            <a:lvl3pPr algn="l">
              <a:buNone/>
              <a:defRPr sz="1350" b="0">
                <a:solidFill>
                  <a:srgbClr val="17211F"/>
                </a:solidFill>
              </a:defRPr>
            </a:lvl3pPr>
            <a:lvl4pPr algn="l">
              <a:buNone/>
              <a:defRPr sz="1350" b="0">
                <a:solidFill>
                  <a:srgbClr val="17211F"/>
                </a:solidFill>
              </a:defRPr>
            </a:lvl4pPr>
            <a:lvl5pPr algn="l">
              <a:buNone/>
              <a:defRPr sz="1350" b="0">
                <a:solidFill>
                  <a:srgbClr val="17211F"/>
                </a:solidFill>
              </a:defRPr>
            </a:lvl5pPr>
            <a:lvl6pPr algn="l">
              <a:buNone/>
              <a:defRPr sz="1350" b="0">
                <a:solidFill>
                  <a:srgbClr val="17211F"/>
                </a:solidFill>
              </a:defRPr>
            </a:lvl6pPr>
            <a:lvl7pPr algn="l">
              <a:buNone/>
              <a:defRPr sz="1350" b="0">
                <a:solidFill>
                  <a:srgbClr val="17211F"/>
                </a:solidFill>
              </a:defRPr>
            </a:lvl7pPr>
            <a:lvl8pPr algn="l">
              <a:buNone/>
              <a:defRPr sz="1350" b="0">
                <a:solidFill>
                  <a:srgbClr val="17211F"/>
                </a:solidFill>
              </a:defRPr>
            </a:lvl8pPr>
            <a:lvl9pPr algn="l">
              <a:buNone/>
              <a:defRPr sz="1350" b="0">
                <a:solidFill>
                  <a:srgbClr val="17211F"/>
                </a:solidFill>
              </a:defRPr>
            </a:lvl9pPr>
          </a:lstStyle>
          <a:p xmlns:a="http://schemas.openxmlformats.org/drawingml/2006/main">
            <a:pPr algn="l">
              <a:buNone/>
              <a:defRPr sz="1350" b="0">
                <a:solidFill>
                  <a:srgbClr val="17211F"/>
                </a:solidFill>
              </a:defRPr>
            </a:pPr>
            <a:r>
              <a:rPr sz="1350" b="0">
                <a:solidFill>
                  <a:srgbClr val="17211F"/>
                </a:solidFill>
              </a:rPr>
              <a:t>Time from customer inquiry to update</a:t>
            </a:r>
          </a:p>
          <a:p xmlns:a="http://schemas.openxmlformats.org/drawingml/2006/main">
            <a:pPr algn="l">
              <a:buNone/>
              <a:defRPr sz="1350" b="0">
                <a:solidFill>
                  <a:srgbClr val="17211F"/>
                </a:solidFill>
              </a:defRPr>
            </a:pPr>
            <a:r>
              <a:rPr sz="1350" b="0">
                <a:solidFill>
                  <a:srgbClr val="17211F"/>
                </a:solidFill>
              </a:rPr>
              <a:t>Time to locate a batch and cause</a:t>
            </a:r>
          </a:p>
          <a:p xmlns:a="http://schemas.openxmlformats.org/drawingml/2006/main">
            <a:pPr algn="l">
              <a:buNone/>
              <a:defRPr sz="1350" b="0">
                <a:solidFill>
                  <a:srgbClr val="17211F"/>
                </a:solidFill>
              </a:defRPr>
            </a:pPr>
            <a:r>
              <a:rPr sz="1350" b="0">
                <a:solidFill>
                  <a:srgbClr val="17211F"/>
                </a:solidFill>
              </a:rPr>
              <a:t>Record completeness and rework time</a:t>
            </a:r>
          </a:p>
        </p:txBody>
      </p:sp>
      <p:sp>
        <p:nvSpPr>
          <p:cNvPr id="21" name="">
            <a:extLst xmlns:a="http://schemas.openxmlformats.org/drawingml/2006/main">
              <a:ext uri="{FF2B5EF4-FFF2-40B4-BE49-F238E27FC236}">
                <a16:creationId xmlns:a16="http://schemas.microsoft.com/office/drawing/2014/main" id="{3691262A-FF17-4DDA-A131-1CE686BAD5C7}"/>
              </a:ext>
            </a:extLst>
          </p:cNvPr>
          <p:cNvSpPr>
            <a:spLocks xmlns:a="http://schemas.openxmlformats.org/drawingml/2006/main" noGrp="1"/>
          </p:cNvSpPr>
          <p:nvPr/>
        </p:nvSpPr>
        <p:spPr>
          <a:xfrm xmlns:a="http://schemas.openxmlformats.org/drawingml/2006/main">
            <a:off x="666750" y="4543425"/>
            <a:ext cx="10668000" cy="942975"/>
          </a:xfrm>
          <a:prstGeom xmlns:a="http://schemas.openxmlformats.org/drawingml/2006/main" prst="roundRect">
            <a:avLst>
              <a:gd name="adj" fmla="val 8081"/>
            </a:avLst>
          </a:prstGeom>
          <a:solidFill xmlns:a="http://schemas.openxmlformats.org/drawingml/2006/main">
            <a:srgbClr val="22312F"/>
          </a:solidFill>
          <a:ln xmlns:a="http://schemas.openxmlformats.org/drawingml/2006/main" w="9525">
            <a:solidFill>
              <a:srgbClr val="22312F"/>
            </a:solidFill>
            <a:prstDash val="solid"/>
          </a:ln>
        </p:spPr>
      </p:sp>
      <p:sp>
        <p:nvSpPr>
          <p:cNvPr id="22" name="">
            <a:extLst xmlns:a="http://schemas.openxmlformats.org/drawingml/2006/main">
              <a:ext uri="{FF2B5EF4-FFF2-40B4-BE49-F238E27FC236}">
                <a16:creationId xmlns:a16="http://schemas.microsoft.com/office/drawing/2014/main" id="{F62A8284-E18A-4DE6-8B8D-BA8BC5F64FDA}"/>
              </a:ext>
            </a:extLst>
          </p:cNvPr>
          <p:cNvSpPr>
            <a:spLocks xmlns:a="http://schemas.openxmlformats.org/drawingml/2006/main" noGrp="1"/>
          </p:cNvSpPr>
          <p:nvPr/>
        </p:nvSpPr>
        <p:spPr>
          <a:xfrm xmlns:a="http://schemas.openxmlformats.org/drawingml/2006/main">
            <a:off x="895350" y="4676775"/>
            <a:ext cx="1019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FFFFFF"/>
                </a:solidFill>
              </a:defRPr>
            </a:defPPr>
            <a:lvl1pPr algn="l">
              <a:buNone/>
              <a:defRPr sz="1650" b="1">
                <a:solidFill>
                  <a:srgbClr val="FFFFFF"/>
                </a:solidFill>
              </a:defRPr>
            </a:lvl1pPr>
            <a:lvl2pPr algn="l">
              <a:buNone/>
              <a:defRPr sz="1650" b="1">
                <a:solidFill>
                  <a:srgbClr val="FFFFFF"/>
                </a:solidFill>
              </a:defRPr>
            </a:lvl2pPr>
            <a:lvl3pPr algn="l">
              <a:buNone/>
              <a:defRPr sz="1650" b="1">
                <a:solidFill>
                  <a:srgbClr val="FFFFFF"/>
                </a:solidFill>
              </a:defRPr>
            </a:lvl3pPr>
            <a:lvl4pPr algn="l">
              <a:buNone/>
              <a:defRPr sz="1650" b="1">
                <a:solidFill>
                  <a:srgbClr val="FFFFFF"/>
                </a:solidFill>
              </a:defRPr>
            </a:lvl4pPr>
            <a:lvl5pPr algn="l">
              <a:buNone/>
              <a:defRPr sz="1650" b="1">
                <a:solidFill>
                  <a:srgbClr val="FFFFFF"/>
                </a:solidFill>
              </a:defRPr>
            </a:lvl5pPr>
            <a:lvl6pPr algn="l">
              <a:buNone/>
              <a:defRPr sz="1650" b="1">
                <a:solidFill>
                  <a:srgbClr val="FFFFFF"/>
                </a:solidFill>
              </a:defRPr>
            </a:lvl6pPr>
            <a:lvl7pPr algn="l">
              <a:buNone/>
              <a:defRPr sz="1650" b="1">
                <a:solidFill>
                  <a:srgbClr val="FFFFFF"/>
                </a:solidFill>
              </a:defRPr>
            </a:lvl7pPr>
            <a:lvl8pPr algn="l">
              <a:buNone/>
              <a:defRPr sz="1650" b="1">
                <a:solidFill>
                  <a:srgbClr val="FFFFFF"/>
                </a:solidFill>
              </a:defRPr>
            </a:lvl8pPr>
            <a:lvl9pPr algn="l">
              <a:buNone/>
              <a:defRPr sz="1650" b="1">
                <a:solidFill>
                  <a:srgbClr val="FFFFFF"/>
                </a:solidFill>
              </a:defRPr>
            </a:lvl9pPr>
          </a:lstStyle>
          <a:p xmlns:a="http://schemas.openxmlformats.org/drawingml/2006/main">
            <a:pPr algn="l">
              <a:buNone/>
              <a:defRPr sz="1650" b="1">
                <a:solidFill>
                  <a:srgbClr val="FFFFFF"/>
                </a:solidFill>
              </a:defRPr>
            </a:pPr>
            <a:r>
              <a:rPr sz="1650" b="1">
                <a:solidFill>
                  <a:srgbClr val="FFFFFF"/>
                </a:solidFill>
              </a:rPr>
              <a:t>SDG 9 · Industry, Innovation and Infrastructure</a:t>
            </a:r>
          </a:p>
        </p:txBody>
      </p:sp>
      <p:sp>
        <p:nvSpPr>
          <p:cNvPr id="23" name="">
            <a:extLst xmlns:a="http://schemas.openxmlformats.org/drawingml/2006/main">
              <a:ext uri="{FF2B5EF4-FFF2-40B4-BE49-F238E27FC236}">
                <a16:creationId xmlns:a16="http://schemas.microsoft.com/office/drawing/2014/main" id="{965FC06D-16E2-485B-9E12-FE7366E60772}"/>
              </a:ext>
            </a:extLst>
          </p:cNvPr>
          <p:cNvSpPr>
            <a:spLocks xmlns:a="http://schemas.openxmlformats.org/drawingml/2006/main" noGrp="1"/>
          </p:cNvSpPr>
          <p:nvPr/>
        </p:nvSpPr>
        <p:spPr>
          <a:xfrm xmlns:a="http://schemas.openxmlformats.org/drawingml/2006/main">
            <a:off x="895350" y="5067300"/>
            <a:ext cx="1019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0">
                <a:solidFill>
                  <a:srgbClr val="E4EAE4"/>
                </a:solidFill>
              </a:defRPr>
            </a:defPPr>
            <a:lvl1pPr algn="l">
              <a:buNone/>
              <a:defRPr sz="1125" b="0">
                <a:solidFill>
                  <a:srgbClr val="E4EAE4"/>
                </a:solidFill>
              </a:defRPr>
            </a:lvl1pPr>
            <a:lvl2pPr algn="l">
              <a:buNone/>
              <a:defRPr sz="1125" b="0">
                <a:solidFill>
                  <a:srgbClr val="E4EAE4"/>
                </a:solidFill>
              </a:defRPr>
            </a:lvl2pPr>
            <a:lvl3pPr algn="l">
              <a:buNone/>
              <a:defRPr sz="1125" b="0">
                <a:solidFill>
                  <a:srgbClr val="E4EAE4"/>
                </a:solidFill>
              </a:defRPr>
            </a:lvl3pPr>
            <a:lvl4pPr algn="l">
              <a:buNone/>
              <a:defRPr sz="1125" b="0">
                <a:solidFill>
                  <a:srgbClr val="E4EAE4"/>
                </a:solidFill>
              </a:defRPr>
            </a:lvl4pPr>
            <a:lvl5pPr algn="l">
              <a:buNone/>
              <a:defRPr sz="1125" b="0">
                <a:solidFill>
                  <a:srgbClr val="E4EAE4"/>
                </a:solidFill>
              </a:defRPr>
            </a:lvl5pPr>
            <a:lvl6pPr algn="l">
              <a:buNone/>
              <a:defRPr sz="1125" b="0">
                <a:solidFill>
                  <a:srgbClr val="E4EAE4"/>
                </a:solidFill>
              </a:defRPr>
            </a:lvl6pPr>
            <a:lvl7pPr algn="l">
              <a:buNone/>
              <a:defRPr sz="1125" b="0">
                <a:solidFill>
                  <a:srgbClr val="E4EAE4"/>
                </a:solidFill>
              </a:defRPr>
            </a:lvl7pPr>
            <a:lvl8pPr algn="l">
              <a:buNone/>
              <a:defRPr sz="1125" b="0">
                <a:solidFill>
                  <a:srgbClr val="E4EAE4"/>
                </a:solidFill>
              </a:defRPr>
            </a:lvl8pPr>
            <a:lvl9pPr algn="l">
              <a:buNone/>
              <a:defRPr sz="1125" b="0">
                <a:solidFill>
                  <a:srgbClr val="E4EAE4"/>
                </a:solidFill>
              </a:defRPr>
            </a:lvl9pPr>
          </a:lstStyle>
          <a:p xmlns:a="http://schemas.openxmlformats.org/drawingml/2006/main">
            <a:pPr algn="l">
              <a:buNone/>
              <a:defRPr sz="1125" b="0">
                <a:solidFill>
                  <a:srgbClr val="E4EAE4"/>
                </a:solidFill>
              </a:defRPr>
            </a:pPr>
            <a:r>
              <a:rPr sz="1125" b="0">
                <a:solidFill>
                  <a:srgbClr val="E4EAE4"/>
                </a:solidFill>
              </a:rPr>
              <a:t>More transparent production status and traceable quality records can support more reliable manufacturing operations.</a:t>
            </a:r>
          </a:p>
        </p:txBody>
      </p:sp>
      <p:sp>
        <p:nvSpPr>
          <p:cNvPr id="24" name="">
            <a:extLst xmlns:a="http://schemas.openxmlformats.org/drawingml/2006/main">
              <a:ext uri="{FF2B5EF4-FFF2-40B4-BE49-F238E27FC236}">
                <a16:creationId xmlns:a16="http://schemas.microsoft.com/office/drawing/2014/main" id="{FB8341D8-089A-4F2E-AD0F-015BF6D48D98}"/>
              </a:ext>
            </a:extLst>
          </p:cNvPr>
          <p:cNvSpPr>
            <a:spLocks xmlns:a="http://schemas.openxmlformats.org/drawingml/2006/main" noGrp="1"/>
          </p:cNvSpPr>
          <p:nvPr/>
        </p:nvSpPr>
        <p:spPr>
          <a:xfrm xmlns:a="http://schemas.openxmlformats.org/drawingml/2006/main">
            <a:off x="685800" y="5791200"/>
            <a:ext cx="1057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96560"/>
                </a:solidFill>
              </a:defRPr>
            </a:defPPr>
            <a:lvl1pPr algn="l">
              <a:buNone/>
              <a:defRPr sz="1125" b="1">
                <a:solidFill>
                  <a:srgbClr val="596560"/>
                </a:solidFill>
              </a:defRPr>
            </a:lvl1pPr>
            <a:lvl2pPr algn="l">
              <a:buNone/>
              <a:defRPr sz="1125" b="1">
                <a:solidFill>
                  <a:srgbClr val="596560"/>
                </a:solidFill>
              </a:defRPr>
            </a:lvl2pPr>
            <a:lvl3pPr algn="l">
              <a:buNone/>
              <a:defRPr sz="1125" b="1">
                <a:solidFill>
                  <a:srgbClr val="596560"/>
                </a:solidFill>
              </a:defRPr>
            </a:lvl3pPr>
            <a:lvl4pPr algn="l">
              <a:buNone/>
              <a:defRPr sz="1125" b="1">
                <a:solidFill>
                  <a:srgbClr val="596560"/>
                </a:solidFill>
              </a:defRPr>
            </a:lvl4pPr>
            <a:lvl5pPr algn="l">
              <a:buNone/>
              <a:defRPr sz="1125" b="1">
                <a:solidFill>
                  <a:srgbClr val="596560"/>
                </a:solidFill>
              </a:defRPr>
            </a:lvl5pPr>
            <a:lvl6pPr algn="l">
              <a:buNone/>
              <a:defRPr sz="1125" b="1">
                <a:solidFill>
                  <a:srgbClr val="596560"/>
                </a:solidFill>
              </a:defRPr>
            </a:lvl6pPr>
            <a:lvl7pPr algn="l">
              <a:buNone/>
              <a:defRPr sz="1125" b="1">
                <a:solidFill>
                  <a:srgbClr val="596560"/>
                </a:solidFill>
              </a:defRPr>
            </a:lvl7pPr>
            <a:lvl8pPr algn="l">
              <a:buNone/>
              <a:defRPr sz="1125" b="1">
                <a:solidFill>
                  <a:srgbClr val="596560"/>
                </a:solidFill>
              </a:defRPr>
            </a:lvl8pPr>
            <a:lvl9pPr algn="l">
              <a:buNone/>
              <a:defRPr sz="1125" b="1">
                <a:solidFill>
                  <a:srgbClr val="596560"/>
                </a:solidFill>
              </a:defRPr>
            </a:lvl9pPr>
          </a:lstStyle>
          <a:p xmlns:a="http://schemas.openxmlformats.org/drawingml/2006/main">
            <a:pPr algn="l">
              <a:buNone/>
              <a:defRPr sz="1125" b="1">
                <a:solidFill>
                  <a:srgbClr val="596560"/>
                </a:solidFill>
              </a:defRPr>
            </a:pPr>
            <a:r>
              <a:rPr sz="1125" b="1">
                <a:solidFill>
                  <a:srgbClr val="596560"/>
                </a:solidFill>
              </a:rPr>
              <a:t>Expected value: fewer follow-ups, faster investigations and fewer missing records—subject to pilot results.</a:t>
            </a:r>
          </a:p>
        </p:txBody>
      </p:sp>
    </p:spTree>
    <p:extLst>
      <p:ext uri="{BB962C8B-B14F-4D97-AF65-F5344CB8AC3E}">
        <p14:creationId xmlns:p14="http://schemas.microsoft.com/office/powerpoint/2010/main" val="4209325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2026-10-24T09:31:28.5840000Z</dcterms:created>
  <dcterms:modified xsi:type="dcterms:W3CDTF">2026-10-24T09:31:28.5840000Z</dcterms:modified>
</coreProperties>
</file>